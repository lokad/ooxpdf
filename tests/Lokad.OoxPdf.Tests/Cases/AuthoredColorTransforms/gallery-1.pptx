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dk1">
                  <a:tint val="88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dk1">
                  <a:tint val="55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dk1">
                  <a:tint val="78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dk1">
                  <a:tint val="92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dk1">
                  <a:tint val="70000"/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dk1">
                  <a:tint val="30000"/>
                  <a:shade val="76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2026-10-31T09:30:18Z</dcterms:modified>
</cp:coreProperties>
</file>