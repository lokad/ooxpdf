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4">
                  <a:shade val="7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4">
                  <a:shade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>
                  <a:tint val="90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4">
                  <a:tint val="70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4">
                  <a:tint val="50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2026-10-31T09:30:18Z</dcterms:modified>
</cp:coreProperties>
</file>