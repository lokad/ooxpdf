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6">
                  <a:tint val="5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6">
                  <a:tint val="7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6">
                  <a:tint val="9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6">
                  <a:shade val="90000"/>
                </a:schemeClr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6">
                  <a:shade val="70000"/>
                </a:schemeClr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6">
                  <a:shade val="50000"/>
                </a:schemeClr>
              </a:solidFill>
              <a:ln>
                <a:noFill/>
              </a:ln>
              <a:effectLst/>
            </c:spPr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2026-05-16T12:52:24Z</dcterms:created>
  <dcterms:modified xsi:type="dcterms:W3CDTF">2026-10-31T09:30:19Z</dcterms:modified>
</cp:coreProperties>
</file>