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dk1">
                  <a:tint val="5000"/>
                  <a:shade val="76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dk1">
                  <a:tint val="55000"/>
                  <a:shade val="76000"/>
                </a:schemeClr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dk1">
                  <a:tint val="78000"/>
                  <a:shade val="76000"/>
                </a:schemeClr>
              </a:soli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chemeClr val="dk1">
                  <a:tint val="15000"/>
                  <a:shade val="76000"/>
                </a:schemeClr>
              </a:solidFill>
              <a:ln>
                <a:noFill/>
              </a:ln>
              <a:effectLst/>
            </c:spPr>
          </c:dPt>
          <c:dPt>
            <c:idx val="4"/>
            <c:invertIfNegative val="0"/>
            <c:bubble3D val="0"/>
            <c:spPr>
              <a:solidFill>
                <a:schemeClr val="dk1">
                  <a:tint val="70000"/>
                  <a:shade val="76000"/>
                </a:schemeClr>
              </a:solidFill>
              <a:ln>
                <a:noFill/>
              </a:ln>
              <a:effectLst/>
            </c:spPr>
          </c:dPt>
          <c:dPt>
            <c:idx val="5"/>
            <c:invertIfNegative val="0"/>
            <c:bubble3D val="0"/>
            <c:spPr>
              <a:solidFill>
                <a:schemeClr val="dk1">
                  <a:tint val="30000"/>
                  <a:shade val="76000"/>
                </a:schemeClr>
              </a:solidFill>
              <a:ln>
                <a:noFill/>
              </a:ln>
              <a:effectLst/>
            </c:spPr>
          </c:dPt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acrossLinear" id="9">
  <a:schemeClr val="dk1">
    <a:tint val="5000"/>
  </a:schemeClr>
  <a:schemeClr val="dk1">
    <a:tint val="55000"/>
  </a:schemeClr>
  <a:schemeClr val="dk1">
    <a:tint val="78000"/>
  </a:schemeClr>
  <a:schemeClr val="dk1">
    <a:tint val="15000"/>
  </a:schemeClr>
  <a:schemeClr val="dk1">
    <a:tint val="70000"/>
  </a:schemeClr>
  <a:schemeClr val="dk1">
    <a:tint val="30000"/>
  </a:schemeClr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2</cp:revision>
  <dcterms:created xsi:type="dcterms:W3CDTF">2026-05-16T12:52:24Z</dcterms:created>
  <dcterms:modified xsi:type="dcterms:W3CDTF">2026-10-31T09:30:18Z</dcterms:modified>
</cp:coreProperties>
</file>