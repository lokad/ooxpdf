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allery-1-point-0"/>
          <p:cNvSpPr/>
          <p:nvPr/>
        </p:nvSpPr>
        <p:spPr>
          <a:xfrm>
            <a:off x="381000" y="381000"/>
            <a:ext cx="1016000" cy="1016000"/>
          </a:xfrm>
          <a:prstGeom prst="rect">
            <a:avLst/>
          </a:prstGeom>
          <a:solidFill>
            <a:schemeClr val="dk1">
              <a:tint val="88000"/>
              <a:shade val="76000"/>
            </a:schemeClr>
          </a:solidFill>
          <a:ln>
            <a:noFill/>
          </a:ln>
        </p:spPr>
      </p:sp>
      <p:sp>
        <p:nvSpPr>
          <p:cNvPr id="11" name="gallery-1-point-1"/>
          <p:cNvSpPr/>
          <p:nvPr/>
        </p:nvSpPr>
        <p:spPr>
          <a:xfrm>
            <a:off x="1778000" y="381000"/>
            <a:ext cx="1016000" cy="1016000"/>
          </a:xfrm>
          <a:prstGeom prst="rect">
            <a:avLst/>
          </a:prstGeom>
          <a:solidFill>
            <a:schemeClr val="dk1">
              <a:tint val="55000"/>
              <a:shade val="76000"/>
            </a:schemeClr>
          </a:solidFill>
          <a:ln>
            <a:noFill/>
          </a:ln>
        </p:spPr>
      </p:sp>
      <p:sp>
        <p:nvSpPr>
          <p:cNvPr id="12" name="gallery-1-point-2"/>
          <p:cNvSpPr/>
          <p:nvPr/>
        </p:nvSpPr>
        <p:spPr>
          <a:xfrm>
            <a:off x="3175000" y="381000"/>
            <a:ext cx="1016000" cy="1016000"/>
          </a:xfrm>
          <a:prstGeom prst="rect">
            <a:avLst/>
          </a:prstGeom>
          <a:solidFill>
            <a:schemeClr val="dk1">
              <a:tint val="78000"/>
              <a:shade val="76000"/>
            </a:schemeClr>
          </a:solidFill>
          <a:ln>
            <a:noFill/>
          </a:ln>
        </p:spPr>
      </p:sp>
      <p:sp>
        <p:nvSpPr>
          <p:cNvPr id="13" name="gallery-1-point-3"/>
          <p:cNvSpPr/>
          <p:nvPr/>
        </p:nvSpPr>
        <p:spPr>
          <a:xfrm>
            <a:off x="4572000" y="381000"/>
            <a:ext cx="1016000" cy="1016000"/>
          </a:xfrm>
          <a:prstGeom prst="rect">
            <a:avLst/>
          </a:prstGeom>
          <a:solidFill>
            <a:schemeClr val="dk1">
              <a:tint val="92000"/>
              <a:shade val="76000"/>
            </a:schemeClr>
          </a:solidFill>
          <a:ln>
            <a:noFill/>
          </a:ln>
        </p:spPr>
      </p:sp>
      <p:sp>
        <p:nvSpPr>
          <p:cNvPr id="14" name="gallery-1-point-4"/>
          <p:cNvSpPr/>
          <p:nvPr/>
        </p:nvSpPr>
        <p:spPr>
          <a:xfrm>
            <a:off x="5969000" y="381000"/>
            <a:ext cx="1016000" cy="1016000"/>
          </a:xfrm>
          <a:prstGeom prst="rect">
            <a:avLst/>
          </a:prstGeom>
          <a:solidFill>
            <a:schemeClr val="dk1">
              <a:tint val="70000"/>
              <a:shade val="76000"/>
            </a:schemeClr>
          </a:solidFill>
          <a:ln>
            <a:noFill/>
          </a:ln>
        </p:spPr>
      </p:sp>
      <p:sp>
        <p:nvSpPr>
          <p:cNvPr id="15" name="gallery-1-point-5"/>
          <p:cNvSpPr/>
          <p:nvPr/>
        </p:nvSpPr>
        <p:spPr>
          <a:xfrm>
            <a:off x="7366000" y="381000"/>
            <a:ext cx="1016000" cy="1016000"/>
          </a:xfrm>
          <a:prstGeom prst="rect">
            <a:avLst/>
          </a:prstGeom>
          <a:solidFill>
            <a:schemeClr val="dk1">
              <a:tint val="30000"/>
              <a:shade val="76000"/>
            </a:schemeClr>
          </a:solidFill>
          <a:ln>
            <a:noFill/>
          </a:ln>
        </p:spPr>
      </p:sp>
      <p:sp>
        <p:nvSpPr>
          <p:cNvPr id="16" name="gallery-9-point-0"/>
          <p:cNvSpPr/>
          <p:nvPr/>
        </p:nvSpPr>
        <p:spPr>
          <a:xfrm>
            <a:off x="8763000" y="381000"/>
            <a:ext cx="1016000" cy="1016000"/>
          </a:xfrm>
          <a:prstGeom prst="rect">
            <a:avLst/>
          </a:prstGeom>
          <a:solidFill>
            <a:schemeClr val="dk1">
              <a:tint val="5000"/>
              <a:shade val="76000"/>
            </a:schemeClr>
          </a:solidFill>
          <a:ln>
            <a:noFill/>
          </a:ln>
        </p:spPr>
      </p:sp>
      <p:sp>
        <p:nvSpPr>
          <p:cNvPr id="17" name="gallery-9-point-1"/>
          <p:cNvSpPr/>
          <p:nvPr/>
        </p:nvSpPr>
        <p:spPr>
          <a:xfrm>
            <a:off x="10160000" y="381000"/>
            <a:ext cx="1016000" cy="1016000"/>
          </a:xfrm>
          <a:prstGeom prst="rect">
            <a:avLst/>
          </a:prstGeom>
          <a:solidFill>
            <a:schemeClr val="dk1">
              <a:tint val="55000"/>
              <a:shade val="76000"/>
            </a:schemeClr>
          </a:solidFill>
          <a:ln>
            <a:noFill/>
          </a:ln>
        </p:spPr>
      </p:sp>
      <p:sp>
        <p:nvSpPr>
          <p:cNvPr id="18" name="gallery-9-point-2"/>
          <p:cNvSpPr/>
          <p:nvPr/>
        </p:nvSpPr>
        <p:spPr>
          <a:xfrm>
            <a:off x="381000" y="1905000"/>
            <a:ext cx="1016000" cy="1016000"/>
          </a:xfrm>
          <a:prstGeom prst="rect">
            <a:avLst/>
          </a:prstGeom>
          <a:solidFill>
            <a:schemeClr val="dk1">
              <a:tint val="78000"/>
              <a:shade val="76000"/>
            </a:schemeClr>
          </a:solidFill>
          <a:ln>
            <a:noFill/>
          </a:ln>
        </p:spPr>
      </p:sp>
      <p:sp>
        <p:nvSpPr>
          <p:cNvPr id="19" name="gallery-9-point-3"/>
          <p:cNvSpPr/>
          <p:nvPr/>
        </p:nvSpPr>
        <p:spPr>
          <a:xfrm>
            <a:off x="1778000" y="1905000"/>
            <a:ext cx="1016000" cy="1016000"/>
          </a:xfrm>
          <a:prstGeom prst="rect">
            <a:avLst/>
          </a:prstGeom>
          <a:solidFill>
            <a:schemeClr val="dk1">
              <a:tint val="15000"/>
              <a:shade val="76000"/>
            </a:schemeClr>
          </a:solidFill>
          <a:ln>
            <a:noFill/>
          </a:ln>
        </p:spPr>
      </p:sp>
      <p:sp>
        <p:nvSpPr>
          <p:cNvPr id="20" name="gallery-9-point-4"/>
          <p:cNvSpPr/>
          <p:nvPr/>
        </p:nvSpPr>
        <p:spPr>
          <a:xfrm>
            <a:off x="3175000" y="1905000"/>
            <a:ext cx="1016000" cy="1016000"/>
          </a:xfrm>
          <a:prstGeom prst="rect">
            <a:avLst/>
          </a:prstGeom>
          <a:solidFill>
            <a:schemeClr val="dk1">
              <a:tint val="70000"/>
              <a:shade val="76000"/>
            </a:schemeClr>
          </a:solidFill>
          <a:ln>
            <a:noFill/>
          </a:ln>
        </p:spPr>
      </p:sp>
      <p:sp>
        <p:nvSpPr>
          <p:cNvPr id="21" name="gallery-9-point-5"/>
          <p:cNvSpPr/>
          <p:nvPr/>
        </p:nvSpPr>
        <p:spPr>
          <a:xfrm>
            <a:off x="4572000" y="1905000"/>
            <a:ext cx="1016000" cy="1016000"/>
          </a:xfrm>
          <a:prstGeom prst="rect">
            <a:avLst/>
          </a:prstGeom>
          <a:solidFill>
            <a:schemeClr val="dk1">
              <a:tint val="30000"/>
              <a:shade val="76000"/>
            </a:schemeClr>
          </a:solidFill>
          <a:ln>
            <a:noFill/>
          </a:ln>
        </p:spPr>
      </p:sp>
      <p:sp>
        <p:nvSpPr>
          <p:cNvPr id="22" name="gallery-17-point-0"/>
          <p:cNvSpPr/>
          <p:nvPr/>
        </p:nvSpPr>
        <p:spPr>
          <a:xfrm>
            <a:off x="5969000" y="1905000"/>
            <a:ext cx="1016000" cy="1016000"/>
          </a:xfrm>
          <a:prstGeom prst="rect">
            <a:avLst/>
          </a:prstGeom>
          <a:solidFill>
            <a:schemeClr val="accent4">
              <a:shade val="50000"/>
            </a:schemeClr>
          </a:solidFill>
          <a:ln>
            <a:noFill/>
          </a:ln>
        </p:spPr>
      </p:sp>
      <p:sp>
        <p:nvSpPr>
          <p:cNvPr id="23" name="gallery-17-point-1"/>
          <p:cNvSpPr/>
          <p:nvPr/>
        </p:nvSpPr>
        <p:spPr>
          <a:xfrm>
            <a:off x="7366000" y="1905000"/>
            <a:ext cx="1016000" cy="1016000"/>
          </a:xfrm>
          <a:prstGeom prst="rect">
            <a:avLst/>
          </a:prstGeom>
          <a:solidFill>
            <a:schemeClr val="accent4">
              <a:shade val="70000"/>
            </a:schemeClr>
          </a:solidFill>
          <a:ln>
            <a:noFill/>
          </a:ln>
        </p:spPr>
      </p:sp>
      <p:sp>
        <p:nvSpPr>
          <p:cNvPr id="24" name="gallery-17-point-2"/>
          <p:cNvSpPr/>
          <p:nvPr/>
        </p:nvSpPr>
        <p:spPr>
          <a:xfrm>
            <a:off x="8763000" y="1905000"/>
            <a:ext cx="1016000" cy="1016000"/>
          </a:xfrm>
          <a:prstGeom prst="rect">
            <a:avLst/>
          </a:prstGeom>
          <a:solidFill>
            <a:schemeClr val="accent4">
              <a:shade val="90000"/>
            </a:schemeClr>
          </a:solidFill>
          <a:ln>
            <a:noFill/>
          </a:ln>
        </p:spPr>
      </p:sp>
      <p:sp>
        <p:nvSpPr>
          <p:cNvPr id="25" name="gallery-17-point-3"/>
          <p:cNvSpPr/>
          <p:nvPr/>
        </p:nvSpPr>
        <p:spPr>
          <a:xfrm>
            <a:off x="10160000" y="1905000"/>
            <a:ext cx="1016000" cy="1016000"/>
          </a:xfrm>
          <a:prstGeom prst="rect">
            <a:avLst/>
          </a:prstGeom>
          <a:solidFill>
            <a:schemeClr val="accent4">
              <a:tint val="90000"/>
            </a:schemeClr>
          </a:solidFill>
          <a:ln>
            <a:noFill/>
          </a:ln>
        </p:spPr>
      </p:sp>
      <p:sp>
        <p:nvSpPr>
          <p:cNvPr id="26" name="gallery-17-point-4"/>
          <p:cNvSpPr/>
          <p:nvPr/>
        </p:nvSpPr>
        <p:spPr>
          <a:xfrm>
            <a:off x="381000" y="3429000"/>
            <a:ext cx="1016000" cy="1016000"/>
          </a:xfrm>
          <a:prstGeom prst="rect">
            <a:avLst/>
          </a:prstGeom>
          <a:solidFill>
            <a:schemeClr val="accent4">
              <a:tint val="70000"/>
            </a:schemeClr>
          </a:solidFill>
          <a:ln>
            <a:noFill/>
          </a:ln>
        </p:spPr>
      </p:sp>
      <p:sp>
        <p:nvSpPr>
          <p:cNvPr id="27" name="gallery-17-point-5"/>
          <p:cNvSpPr/>
          <p:nvPr/>
        </p:nvSpPr>
        <p:spPr>
          <a:xfrm>
            <a:off x="1778000" y="3429000"/>
            <a:ext cx="1016000" cy="1016000"/>
          </a:xfrm>
          <a:prstGeom prst="rect">
            <a:avLst/>
          </a:prstGeom>
          <a:solidFill>
            <a:schemeClr val="accent4">
              <a:tint val="50000"/>
            </a:schemeClr>
          </a:solidFill>
          <a:ln>
            <a:noFill/>
          </a:ln>
        </p:spPr>
      </p:sp>
      <p:sp>
        <p:nvSpPr>
          <p:cNvPr id="28" name="gallery-26-point-0"/>
          <p:cNvSpPr/>
          <p:nvPr/>
        </p:nvSpPr>
        <p:spPr>
          <a:xfrm>
            <a:off x="3175000" y="3429000"/>
            <a:ext cx="1016000" cy="1016000"/>
          </a:xfrm>
          <a:prstGeom prst="rect">
            <a:avLst/>
          </a:prstGeom>
          <a:solidFill>
            <a:schemeClr val="accent6">
              <a:tint val="50000"/>
            </a:schemeClr>
          </a:solidFill>
          <a:ln>
            <a:noFill/>
          </a:ln>
        </p:spPr>
      </p:sp>
      <p:sp>
        <p:nvSpPr>
          <p:cNvPr id="29" name="gallery-26-point-1"/>
          <p:cNvSpPr/>
          <p:nvPr/>
        </p:nvSpPr>
        <p:spPr>
          <a:xfrm>
            <a:off x="4572000" y="3429000"/>
            <a:ext cx="1016000" cy="1016000"/>
          </a:xfrm>
          <a:prstGeom prst="rect">
            <a:avLst/>
          </a:prstGeom>
          <a:solidFill>
            <a:schemeClr val="accent6">
              <a:tint val="70000"/>
            </a:schemeClr>
          </a:solidFill>
          <a:ln>
            <a:noFill/>
          </a:ln>
        </p:spPr>
      </p:sp>
      <p:sp>
        <p:nvSpPr>
          <p:cNvPr id="30" name="gallery-26-point-2"/>
          <p:cNvSpPr/>
          <p:nvPr/>
        </p:nvSpPr>
        <p:spPr>
          <a:xfrm>
            <a:off x="5969000" y="3429000"/>
            <a:ext cx="1016000" cy="1016000"/>
          </a:xfrm>
          <a:prstGeom prst="rect">
            <a:avLst/>
          </a:prstGeom>
          <a:solidFill>
            <a:schemeClr val="accent6">
              <a:tint val="90000"/>
            </a:schemeClr>
          </a:solidFill>
          <a:ln>
            <a:noFill/>
          </a:ln>
        </p:spPr>
      </p:sp>
      <p:sp>
        <p:nvSpPr>
          <p:cNvPr id="31" name="gallery-26-point-3"/>
          <p:cNvSpPr/>
          <p:nvPr/>
        </p:nvSpPr>
        <p:spPr>
          <a:xfrm>
            <a:off x="7366000" y="3429000"/>
            <a:ext cx="1016000" cy="1016000"/>
          </a:xfrm>
          <a:prstGeom prst="rect">
            <a:avLst/>
          </a:prstGeom>
          <a:solidFill>
            <a:schemeClr val="accent6">
              <a:shade val="90000"/>
            </a:schemeClr>
          </a:solidFill>
          <a:ln>
            <a:noFill/>
          </a:ln>
        </p:spPr>
      </p:sp>
      <p:sp>
        <p:nvSpPr>
          <p:cNvPr id="32" name="gallery-26-point-4"/>
          <p:cNvSpPr/>
          <p:nvPr/>
        </p:nvSpPr>
        <p:spPr>
          <a:xfrm>
            <a:off x="8763000" y="3429000"/>
            <a:ext cx="1016000" cy="1016000"/>
          </a:xfrm>
          <a:prstGeom prst="rect">
            <a:avLst/>
          </a:prstGeom>
          <a:solidFill>
            <a:schemeClr val="accent6">
              <a:shade val="70000"/>
            </a:schemeClr>
          </a:solidFill>
          <a:ln>
            <a:noFill/>
          </a:ln>
        </p:spPr>
      </p:sp>
      <p:sp>
        <p:nvSpPr>
          <p:cNvPr id="33" name="gallery-26-point-5"/>
          <p:cNvSpPr/>
          <p:nvPr/>
        </p:nvSpPr>
        <p:spPr>
          <a:xfrm>
            <a:off x="10160000" y="3429000"/>
            <a:ext cx="1016000" cy="1016000"/>
          </a:xfrm>
          <a:prstGeom prst="rect">
            <a:avLst/>
          </a:prstGeom>
          <a:solidFill>
            <a:schemeClr val="accent6">
              <a:shade val="50000"/>
            </a:schemeClr>
          </a:solidFill>
          <a:ln>
            <a:noFill/>
          </a:ln>
        </p:spPr>
      </p:sp>
      <p:sp>
        <p:nvSpPr>
          <p:cNvPr id="34" name="shade0"/>
          <p:cNvSpPr/>
          <p:nvPr/>
        </p:nvSpPr>
        <p:spPr>
          <a:xfrm>
            <a:off x="381000" y="4953000"/>
            <a:ext cx="1016000" cy="1016000"/>
          </a:xfrm>
          <a:prstGeom prst="rect">
            <a:avLst/>
          </a:prstGeom>
          <a:solidFill>
            <a:srgbClr val="1768D3">
              <a:shade val="0"/>
            </a:srgbClr>
          </a:solidFill>
          <a:ln>
            <a:noFill/>
          </a:ln>
        </p:spPr>
      </p:sp>
      <p:sp>
        <p:nvSpPr>
          <p:cNvPr id="35" name="shade100"/>
          <p:cNvSpPr/>
          <p:nvPr/>
        </p:nvSpPr>
        <p:spPr>
          <a:xfrm>
            <a:off x="1778000" y="4953000"/>
            <a:ext cx="1016000" cy="1016000"/>
          </a:xfrm>
          <a:prstGeom prst="rect">
            <a:avLst/>
          </a:prstGeom>
          <a:solidFill>
            <a:srgbClr val="1768D3">
              <a:shade val="100000"/>
            </a:srgbClr>
          </a:solidFill>
          <a:ln>
            <a:noFill/>
          </a:ln>
        </p:spPr>
      </p:sp>
      <p:sp>
        <p:nvSpPr>
          <p:cNvPr id="36" name="tint0"/>
          <p:cNvSpPr/>
          <p:nvPr/>
        </p:nvSpPr>
        <p:spPr>
          <a:xfrm>
            <a:off x="3175000" y="4953000"/>
            <a:ext cx="1016000" cy="1016000"/>
          </a:xfrm>
          <a:prstGeom prst="rect">
            <a:avLst/>
          </a:prstGeom>
          <a:solidFill>
            <a:srgbClr val="1768D3">
              <a:tint val="0"/>
            </a:srgbClr>
          </a:solidFill>
          <a:ln>
            <a:noFill/>
          </a:ln>
        </p:spPr>
      </p:sp>
      <p:sp>
        <p:nvSpPr>
          <p:cNvPr id="37" name="tint100"/>
          <p:cNvSpPr/>
          <p:nvPr/>
        </p:nvSpPr>
        <p:spPr>
          <a:xfrm>
            <a:off x="4572000" y="4953000"/>
            <a:ext cx="1016000" cy="1016000"/>
          </a:xfrm>
          <a:prstGeom prst="rect">
            <a:avLst/>
          </a:prstGeom>
          <a:solidFill>
            <a:srgbClr val="1768D3">
              <a:tint val="100000"/>
            </a:srgbClr>
          </a:solidFill>
          <a:ln>
            <a:noFill/>
          </a:ln>
        </p:spPr>
      </p:sp>
      <p:sp>
        <p:nvSpPr>
          <p:cNvPr id="38" name="shade-tint"/>
          <p:cNvSpPr/>
          <p:nvPr/>
        </p:nvSpPr>
        <p:spPr>
          <a:xfrm>
            <a:off x="5969000" y="4953000"/>
            <a:ext cx="1016000" cy="1016000"/>
          </a:xfrm>
          <a:prstGeom prst="rect">
            <a:avLst/>
          </a:prstGeom>
          <a:solidFill>
            <a:srgbClr val="1768D3">
              <a:shade val="40000"/>
              <a:tint val="60000"/>
            </a:srgbClr>
          </a:solidFill>
          <a:ln>
            <a:noFill/>
          </a:ln>
        </p:spPr>
      </p:sp>
      <p:sp>
        <p:nvSpPr>
          <p:cNvPr id="39" name="tint-shade"/>
          <p:cNvSpPr/>
          <p:nvPr/>
        </p:nvSpPr>
        <p:spPr>
          <a:xfrm>
            <a:off x="7366000" y="4953000"/>
            <a:ext cx="1016000" cy="1016000"/>
          </a:xfrm>
          <a:prstGeom prst="rect">
            <a:avLst/>
          </a:prstGeom>
          <a:solidFill>
            <a:srgbClr val="1768D3">
              <a:tint val="60000"/>
              <a:shade val="40000"/>
            </a:srgbClr>
          </a:solidFill>
          <a:ln>
            <a:noFill/>
          </a:ln>
        </p:spPr>
      </p:sp>
      <p:sp>
        <p:nvSpPr>
          <p:cNvPr id="40" name="two-shades"/>
          <p:cNvSpPr/>
          <p:nvPr/>
        </p:nvSpPr>
        <p:spPr>
          <a:xfrm>
            <a:off x="8763000" y="4953000"/>
            <a:ext cx="1016000" cy="1016000"/>
          </a:xfrm>
          <a:prstGeom prst="rect">
            <a:avLst/>
          </a:prstGeom>
          <a:solidFill>
            <a:srgbClr val="1768D3">
              <a:shade val="73000"/>
              <a:shade val="81000"/>
            </a:srgbClr>
          </a:solidFill>
          <a:ln>
            <a:noFill/>
          </a:ln>
        </p:spPr>
      </p:sp>
      <p:sp>
        <p:nvSpPr>
          <p:cNvPr id="41" name="two-tints"/>
          <p:cNvSpPr/>
          <p:nvPr/>
        </p:nvSpPr>
        <p:spPr>
          <a:xfrm>
            <a:off x="10160000" y="4953000"/>
            <a:ext cx="1016000" cy="1016000"/>
          </a:xfrm>
          <a:prstGeom prst="rect">
            <a:avLst/>
          </a:prstGeom>
          <a:solidFill>
            <a:srgbClr val="1768D3">
              <a:tint val="73000"/>
              <a:tint val="81000"/>
            </a:srgbClr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2026-05-16T12:52:24Z</dcterms:created>
  <dcterms:modified xsi:type="dcterms:W3CDTF">2026-10-31T09:30:17Z</dcterms:modified>
</cp:coreProperties>
</file>