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v>Series 1</c:v>
          </c:tx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2930624"/>
        <c:axId val="927093184"/>
      </c:area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4</cp:revision>
  <dcterms:created xsi:type="dcterms:W3CDTF">2026-05-16T12:52:24Z</dcterms:created>
  <dcterms:modified xsi:type="dcterms:W3CDTF">2026-10-31T11:53:19Z</dcterms:modified>
</cp:coreProperties>
</file>