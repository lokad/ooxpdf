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a="http://schemas.openxmlformats.org/drawingml/2006/main" xmlns:c="http://schemas.openxmlformats.org/drawingml/2006/chart" xmlns:c14="http://schemas.microsoft.com/office/drawing/2007/8/2/chart" xmlns:c16="http://schemas.microsoft.com/office/drawing/2014/chart" xmlns:c16r3="http://schemas.microsoft.com/office/drawing/2017/03/chart" xmlns:mc="http://schemas.openxmlformats.org/markup-compatibility/2006" xmlns:r="http://schemas.openxmlformats.org/officeDocument/2006/relationships">
  <c:date1904 val="0"/>
  <c:lang val="en-US"/>
  <c:roundedCorners val="0"/>
  <mc:AlternateContent>
    <mc:Choice Requires="c14">
      <c14:style val="106"/>
    </mc:Choice>
    <mc:Fallback>
      <c:style val="6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Series 1</c:v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uri="{C3380CC4-5D6E-409C-BE32-E72D297353CC}">
              <c16:uniqueId val="{00000000-07CD-40A8-B897-0C6FF8B73640}"/>
            </c:ext>
          </c:extLst>
        </c:ser>
        <c:ser>
          <c:idx val="1"/>
          <c:order val="1"/>
          <c:tx>
            <c:v>Series 2</c:v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uri="{C3380CC4-5D6E-409C-BE32-E72D297353CC}">
              <c16:uniqueId val="{00000000-07CD-40A8-B897-0C6FF8B73640}"/>
            </c:ext>
          </c:extLst>
        </c:ser>
        <c:ser>
          <c:idx val="2"/>
          <c:order val="2"/>
          <c:tx>
            <c:v>Series 3</c:v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3</cp:revision>
  <dcterms:created xsi:type="dcterms:W3CDTF">2026-05-16T12:52:24Z</dcterms:created>
  <dcterms:modified xsi:type="dcterms:W3CDTF">2026-10-31T10:53:57Z</dcterms:modified>
</cp:coreProperties>
</file>