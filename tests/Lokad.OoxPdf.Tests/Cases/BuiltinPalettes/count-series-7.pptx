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c16r3="http://schemas.microsoft.com/office/drawing/2017/03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Series 1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1"/>
          <c:order val="1"/>
          <c:tx>
            <c:v>Series 2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2"/>
          <c:order val="2"/>
          <c:tx>
            <c:v>Series 3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3"/>
          <c:order val="3"/>
          <c:tx>
            <c:v>Series 4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4"/>
          <c:order val="4"/>
          <c:tx>
            <c:v>Series 5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5"/>
          <c:order val="5"/>
          <c:tx>
            <c:v>Series 6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6"/>
          <c:order val="6"/>
          <c:tx>
            <c:v>Series 7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