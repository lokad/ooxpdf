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3"/>
          <c:order val="3"/>
          <c:tx>
            <c:v>Series 4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4"/>
          <c:order val="4"/>
          <c:tx>
            <c:v>Series 5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5"/>
          <c:order val="5"/>
          <c:tx>
            <c:v>Series 6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6"/>
          <c:order val="6"/>
          <c:tx>
            <c:v>Series 7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7"/>
          <c:order val="7"/>
          <c:tx>
            <c:v>Series 8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