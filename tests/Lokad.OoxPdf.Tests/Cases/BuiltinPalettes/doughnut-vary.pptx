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c16r3="http://schemas.microsoft.com/office/drawing/2017/03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6"/>
    </mc:Choice>
    <mc:Fallback>
      <c:style val="6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v>Series 1</c:v>
          </c:tx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