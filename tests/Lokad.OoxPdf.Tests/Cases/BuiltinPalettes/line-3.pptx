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Series 1</c:v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smooth val="0"/>
          <c:extLst xmlns:mc="http://schemas.openxmlformats.org/markup-compatibility/2006" xmlns:c16r3="http://schemas.microsoft.com/office/drawing/2017/03/chart" xmlns:c16="http://schemas.microsoft.com/office/drawing/2014/chart" xmlns:c14="http://schemas.microsoft.com/office/drawing/2007/8/2/chart"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ser>
          <c:idx val="1"/>
          <c:order val="1"/>
          <c:tx>
            <c:v>Series 2</c:v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smooth val="0"/>
          <c:extLst xmlns:mc="http://schemas.openxmlformats.org/markup-compatibility/2006" xmlns:c16r3="http://schemas.microsoft.com/office/drawing/2017/03/chart" xmlns:c16="http://schemas.microsoft.com/office/drawing/2014/chart" xmlns:c14="http://schemas.microsoft.com/office/drawing/2007/8/2/chart"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ser>
          <c:idx val="2"/>
          <c:order val="2"/>
          <c:tx>
            <c:v>Series 3</c:v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smooth val="0"/>
          <c:extLst xmlns:mc="http://schemas.openxmlformats.org/markup-compatibility/2006" xmlns:c16r3="http://schemas.microsoft.com/office/drawing/2017/03/chart" xmlns:c16="http://schemas.microsoft.com/office/drawing/2014/chart" xmlns:c14="http://schemas.microsoft.com/office/drawing/2007/8/2/chart"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22930624"/>
        <c:axId val="927093184"/>
      </c:line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 xmlns:mc="http://schemas.openxmlformats.org/markup-compatibility/2006" xmlns:c16r3="http://schemas.microsoft.com/office/drawing/2017/03/chart" xmlns:c16="http://schemas.microsoft.com/office/drawing/2014/chart" xmlns:c14="http://schemas.microsoft.com/office/drawing/2007/8/2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4</cp:revision>
  <dcterms:created xsi:type="dcterms:W3CDTF">2026-05-16T12:52:24Z</dcterms:created>
  <dcterms:modified xsi:type="dcterms:W3CDTF">2026-10-31T11:53:19Z</dcterms:modified>
</cp:coreProperties>
</file>