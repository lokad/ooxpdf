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F6C-4512-B29F-F6884167D877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2026-10-31T11:07:14Z</dcterms:modified>
</cp:coreProperties>
</file>