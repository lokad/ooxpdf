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a="http://schemas.openxmlformats.org/drawingml/2006/main" xmlns:c="http://schemas.openxmlformats.org/drawingml/2006/chart" xmlns:c14="http://schemas.microsoft.com/office/drawing/2007/8/2/chart" xmlns:c16="http://schemas.microsoft.com/office/drawing/2014/chart" xmlns:c16r3="http://schemas.microsoft.com/office/drawing/2017/03/chart" xmlns:mc="http://schemas.openxmlformats.org/markup-compatibility/2006" xmlns:r="http://schemas.openxmlformats.org/officeDocument/2006/relationships">
  <c:date1904 val="0"/>
  <c:lang val="en-US"/>
  <c:roundedCorners val="0"/>
  <mc:AlternateContent>
    <mc:Choice Requires="c14">
      <c14:style val="106"/>
    </mc:Choice>
    <mc:Fallback>
      <c:style val="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v>Series 1</c:v>
          </c:tx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