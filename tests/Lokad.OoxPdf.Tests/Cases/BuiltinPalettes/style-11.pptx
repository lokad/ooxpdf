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1"/>
    </mc:Choice>
    <mc:Fallback>
      <c:style val="1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