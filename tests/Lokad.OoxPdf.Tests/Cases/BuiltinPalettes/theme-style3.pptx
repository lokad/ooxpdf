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43A21"/>
      </a:accent1>
      <a:accent2>
        <a:srgbClr val="E97132"/>
      </a:accent2>
      <a:accent3>
        <a:srgbClr val="196B24"/>
      </a:accent3>
      <a:accent4>
        <a:srgbClr val="36A852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