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F1DA0-1980-0CE2-84E9-508310C2ED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860F4A-1DCF-E883-CFFB-811E4AB430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85834-FA16-21E3-A014-EE232CC15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B7DB6F-40F8-0919-D615-D3C6407D54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B4626-CBA2-FFAE-5AA6-56E0EB8FC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634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559C1E-E478-1C67-091B-F0AE4A2F6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300FB0-E514-2E94-C4CE-C5D1A618E5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6FADA7-0B5A-7396-6344-84A1B9CCF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0C4491-9B1D-716A-1398-B22903790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5DAB3-D034-B5D2-0A16-1F6EB527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475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687B0-6052-52C3-6C9E-E5BB272B9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946FE-21C9-197E-748C-9AA6D30B46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3054D-7410-DE22-02CE-FE88DDB44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7C805C-9F74-E641-CF9F-4E213AA667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0BEA5D-5AED-513B-206D-56947A59A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1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FDDC1-6110-48B0-B4DA-E99B609D65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E152B-828F-D268-0EB8-A037D426EB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FDEB79-74E6-0168-22F4-7A9D01DE02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02EB1B-55D0-7A8C-278A-7C3DDC37D1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87A53-3E61-5160-3820-4D6AFC499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43A837-7C09-8EA9-E6C1-98A7D426A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4326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CCC86-F208-0F84-F736-2B5CBC7DD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56062E-DB3F-BCE6-0DD6-63F8510819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ACE900-47A7-4115-6DAF-1F2BC53206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9E7A6F-67AA-4EC3-3D94-6678B5567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5F05B04-B713-7FEF-7F7B-5D059F6E4A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971626-3851-6A4E-7847-1E4E03B5F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E99AE3-D7C3-45D6-ADD1-23C1A518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CD7C0D6-9214-89DF-9841-BD8E52219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8758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9890B-B902-9872-4E0A-137F658F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3987A38-BFCF-0AE0-D565-83EB6E8348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FD6FAA-08C6-2BC6-DC3C-A64F77181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C9DD86-D1B4-9A8D-8363-8BD594041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90006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959172-EB78-C4D1-2EA3-DE7EC5AA2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EC0BC70-08F5-5AD5-760A-63DC924D9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4F8B94-0F5A-EB79-DA72-5D01EEA06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1549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9ED0D8-A459-3441-EDEC-4A24B0B0C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E5C9D4-2A23-ABD6-9407-80A9B1EEC2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4E70E2-54A9-7D28-34BF-58F85180F6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24A16E-DD78-8F9F-E1E2-26A2517D6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213CF0-C8D9-C8CB-BF50-5E511639C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37A49-BF7C-A022-B369-BDD7C28FB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530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0727E2-66D4-9404-978E-C1310CED9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B5B36A-E38A-EDBA-525F-B4FE76CD71B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8FF908-A273-F36D-549F-2000F02DDA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28956B-77D5-2AF2-DB94-FB4A86F7A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F9D0B3-3DD3-7321-2D3E-DF8C51625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EF2E79-6462-8497-206C-94199AF44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8671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7D9C14-6010-1065-7CBB-4D88A9CA2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456900-39E3-E94F-89BC-3D1E20BB1C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F3E639-600C-A837-ABF3-5DB8593B1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D43D-D4DE-7A1F-1C21-620DE9BB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2BEAC-0607-8DAC-6D56-71E50D518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9223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FAB868-5016-C4F5-23CF-AF955C1D1C9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534E8B-0CAD-D355-934B-54830FBD7F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E848F6-F7BA-2A0B-DC43-55950B32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67D3AE-8E4A-7C1B-2862-AACB17322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94A6D3-6488-AF9B-E1FA-C904805EF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373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19458B0-AE5E-7210-1818-F1E8D760CA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265C17-DD1B-5C90-C386-0AB35E896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EA976B-0BBF-3959-30B9-394C448F0E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300D61-EC80-4357-B058-E6B8513A0DE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8F4561-A49D-8FCC-607E-C8D4B7037A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6EFAEF-9001-8211-22C7-896E73A2D6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EB4BCB-428F-4C5F-A768-88F92C95436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861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p="http://schemas.openxmlformats.org/presentationml/2006/main" xmlns:a="http://schemas.openxmlformats.org/drawingml/2006/main" showMasterSp="0">
  <p:cSld>
    <p:spTree>
      <p:nvGrpSpPr>
        <p:cNvPr id="1" name=""/>
        <p:cNvGrpSpPr/>
        <p:nvPr/>
      </p:nvGrpSpPr>
      <p:grpSpPr/>
      <p:sp>
        <p:nvSpPr>
          <p:cNvPr id="2" name="Direct points control"/>
          <p:cNvSpPr txBox="1"/>
          <p:nvPr/>
        </p:nvSpPr>
        <p:spPr>
          <a:xfrm>
            <a:off x="762000" y="4064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none"/>
          <a:lstStyle>
            <a:lvl1pPr marL="228600" indent="-228600">
              <a:buFont typeface="Arial"/>
              <a:buChar char="*"/>
              <a:defRPr sz="2400">
                <a:solidFill>
                  <a:srgbClr val="0000FF"/>
                </a:solidFill>
                <a:latin typeface="Arial"/>
              </a:defRPr>
            </a:lvl1pPr>
          </a:lstStyle>
          <a:p>
            <a:pPr>
              <a:buSzPts val="2400"/>
            </a:pPr>
            <a:r>
              <a:rPr sz="2400">
                <a:solidFill>
                  <a:srgbClr val="0000FF"/>
                </a:solidFill>
                <a:latin typeface="Arial"/>
              </a:rPr>
              <a:t>Direct points control</a:t>
            </a:r>
            <a:endParaRPr sz="2400"/>
          </a:p>
        </p:txBody>
      </p:sp>
      <p:sp>
        <p:nvSpPr>
          <p:cNvPr id="3" name="Inherited percent control"/>
          <p:cNvSpPr txBox="1"/>
          <p:nvPr/>
        </p:nvSpPr>
        <p:spPr>
          <a:xfrm>
            <a:off x="762000" y="1143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none"/>
          <a:lstStyle>
            <a:lvl1pPr marL="228600" indent="-228600">
              <a:buSzPct val="50000"/>
              <a:buFont typeface="Arial"/>
              <a:buChar char="*"/>
              <a:defRPr sz="2400">
                <a:solidFill>
                  <a:srgbClr val="0000FF"/>
                </a:solidFill>
                <a:latin typeface="Arial"/>
              </a:defRPr>
            </a:lvl1pPr>
          </a:lstStyle>
          <a:p>
            <a:pPr/>
            <a:r>
              <a:rPr sz="2400">
                <a:solidFill>
                  <a:srgbClr val="0000FF"/>
                </a:solidFill>
                <a:latin typeface="Arial"/>
              </a:rPr>
              <a:t>Inherited percent control</a:t>
            </a:r>
            <a:endParaRPr sz="2400"/>
          </a:p>
        </p:txBody>
      </p:sp>
      <p:sp>
        <p:nvSpPr>
          <p:cNvPr id="4" name="Points override percent"/>
          <p:cNvSpPr txBox="1"/>
          <p:nvPr/>
        </p:nvSpPr>
        <p:spPr>
          <a:xfrm>
            <a:off x="762000" y="18796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none"/>
          <a:lstStyle>
            <a:lvl1pPr marL="228600" indent="-228600">
              <a:buSzPct val="50000"/>
              <a:buFont typeface="Arial"/>
              <a:buChar char="*"/>
              <a:defRPr sz="2400">
                <a:solidFill>
                  <a:srgbClr val="0000FF"/>
                </a:solidFill>
                <a:latin typeface="Arial"/>
              </a:defRPr>
            </a:lvl1pPr>
          </a:lstStyle>
          <a:p>
            <a:pPr>
              <a:buSzPts val="2400"/>
            </a:pPr>
            <a:r>
              <a:rPr sz="2400">
                <a:solidFill>
                  <a:srgbClr val="0000FF"/>
                </a:solidFill>
                <a:latin typeface="Arial"/>
              </a:rPr>
              <a:t>Points override percent</a:t>
            </a:r>
            <a:endParaRPr sz="2400"/>
          </a:p>
        </p:txBody>
      </p:sp>
      <p:sp>
        <p:nvSpPr>
          <p:cNvPr id="5" name="Percent override points"/>
          <p:cNvSpPr txBox="1"/>
          <p:nvPr/>
        </p:nvSpPr>
        <p:spPr>
          <a:xfrm>
            <a:off x="762000" y="26162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none"/>
          <a:lstStyle>
            <a:lvl1pPr marL="228600" indent="-228600">
              <a:buSzPts val="2400"/>
              <a:buFont typeface="Arial"/>
              <a:buChar char="*"/>
              <a:defRPr sz="2400">
                <a:solidFill>
                  <a:srgbClr val="0000FF"/>
                </a:solidFill>
                <a:latin typeface="Arial"/>
              </a:defRPr>
            </a:lvl1pPr>
          </a:lstStyle>
          <a:p>
            <a:pPr>
              <a:buSzPct val="50000"/>
            </a:pPr>
            <a:r>
              <a:rPr sz="2400">
                <a:solidFill>
                  <a:srgbClr val="0000FF"/>
                </a:solidFill>
                <a:latin typeface="Arial"/>
              </a:rPr>
              <a:t>Percent override points</a:t>
            </a:r>
            <a:endParaRPr sz="2400"/>
          </a:p>
        </p:txBody>
      </p:sp>
      <p:sp>
        <p:nvSpPr>
          <p:cNvPr id="6" name="Size follows text"/>
          <p:cNvSpPr txBox="1"/>
          <p:nvPr/>
        </p:nvSpPr>
        <p:spPr>
          <a:xfrm>
            <a:off x="762000" y="33528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none"/>
          <a:lstStyle>
            <a:lvl1pPr marL="228600" indent="-228600">
              <a:buSzPct val="50000"/>
              <a:buFont typeface="Arial"/>
              <a:buChar char="*"/>
              <a:defRPr sz="2400">
                <a:solidFill>
                  <a:srgbClr val="0000FF"/>
                </a:solidFill>
                <a:latin typeface="Arial"/>
              </a:defRPr>
            </a:lvl1pPr>
          </a:lstStyle>
          <a:p>
            <a:pPr>
              <a:buSzTx/>
            </a:pPr>
            <a:r>
              <a:rPr sz="2400">
                <a:solidFill>
                  <a:srgbClr val="0000FF"/>
                </a:solidFill>
                <a:latin typeface="Arial"/>
              </a:rPr>
              <a:t>Size follows text</a:t>
            </a:r>
            <a:endParaRPr sz="2400"/>
          </a:p>
        </p:txBody>
      </p:sp>
      <p:sp>
        <p:nvSpPr>
          <p:cNvPr id="7" name="Font follows text"/>
          <p:cNvSpPr txBox="1"/>
          <p:nvPr/>
        </p:nvSpPr>
        <p:spPr>
          <a:xfrm>
            <a:off x="762000" y="40894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none"/>
          <a:lstStyle>
            <a:lvl1pPr marL="228600" indent="-228600">
              <a:buFont typeface="Courier New"/>
              <a:buChar char="*"/>
              <a:defRPr sz="2400">
                <a:solidFill>
                  <a:srgbClr val="0000FF"/>
                </a:solidFill>
                <a:latin typeface="Arial"/>
              </a:defRPr>
            </a:lvl1pPr>
          </a:lstStyle>
          <a:p>
            <a:pPr>
              <a:buFontTx/>
            </a:pPr>
            <a:r>
              <a:rPr sz="2400">
                <a:solidFill>
                  <a:srgbClr val="0000FF"/>
                </a:solidFill>
                <a:latin typeface="Arial"/>
              </a:rPr>
              <a:t>Font follows text</a:t>
            </a:r>
            <a:endParaRPr sz="2400"/>
          </a:p>
        </p:txBody>
      </p:sp>
      <p:sp>
        <p:nvSpPr>
          <p:cNvPr id="8" name="Color follows text"/>
          <p:cNvSpPr txBox="1"/>
          <p:nvPr/>
        </p:nvSpPr>
        <p:spPr>
          <a:xfrm>
            <a:off x="762000" y="48260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none"/>
          <a:lstStyle>
            <a:lvl1pPr marL="228600" indent="-228600">
              <a:buClr>
                <a:srgbClr val="FF0000"/>
              </a:buClr>
              <a:buFont typeface="Arial"/>
              <a:buChar char="*"/>
              <a:defRPr sz="2400">
                <a:solidFill>
                  <a:srgbClr val="0000FF"/>
                </a:solidFill>
                <a:latin typeface="Arial"/>
              </a:defRPr>
            </a:lvl1pPr>
          </a:lstStyle>
          <a:p>
            <a:pPr>
              <a:buClrTx/>
            </a:pPr>
            <a:r>
              <a:rPr sz="2400">
                <a:solidFill>
                  <a:srgbClr val="0000FF"/>
                </a:solidFill>
                <a:latin typeface="Arial"/>
              </a:rPr>
              <a:t>Color follows text</a:t>
            </a:r>
            <a:endParaRPr sz="2400"/>
          </a:p>
        </p:txBody>
      </p:sp>
      <p:sp>
        <p:nvSpPr>
          <p:cNvPr id="9" name="New marker inherits color"/>
          <p:cNvSpPr txBox="1"/>
          <p:nvPr/>
        </p:nvSpPr>
        <p:spPr>
          <a:xfrm>
            <a:off x="762000" y="5562600"/>
            <a:ext cx="7620000" cy="635000"/>
          </a:xfrm>
          <a:prstGeom prst="rect">
            <a:avLst/>
          </a:prstGeom>
          <a:noFill/>
          <a:ln>
            <a:noFill/>
          </a:ln>
        </p:spPr>
        <p:txBody>
          <a:bodyPr wrap="none"/>
          <a:lstStyle>
            <a:lvl1pPr marL="228600" indent="-228600">
              <a:buClr>
                <a:srgbClr val="FF0000"/>
              </a:buClr>
              <a:buFont typeface="Arial"/>
              <a:buChar char="*"/>
              <a:defRPr sz="2400">
                <a:solidFill>
                  <a:srgbClr val="0000FF"/>
                </a:solidFill>
                <a:latin typeface="Arial"/>
              </a:defRPr>
            </a:lvl1pPr>
          </a:lstStyle>
          <a:p>
            <a:pPr>
              <a:buChar char="*"/>
            </a:pPr>
            <a:r>
              <a:rPr sz="2400">
                <a:solidFill>
                  <a:srgbClr val="0000FF"/>
                </a:solidFill>
                <a:latin typeface="Arial"/>
              </a:rPr>
              <a:t>New marker inherits color</a:t>
            </a:r>
            <a:endParaRPr sz="2400"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2026-05-14T11:56:58Z</dcterms:created>
  <dcterms:modified xsi:type="dcterms:W3CDTF">2026-05-14T11:56:58Z</dcterms:modified>
</cp:coreProperties>
</file>