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r:id="rIdControl1" id="256"/>
    <p:sldId r:id="rIdControl2" id="257"/>
    <p:sldId r:id="rIdControl3" id="258"/>
    <p:sldId r:id="rIdControl4" id="2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?>
<ns0:Relationships xmlns:ns0="http://schemas.openxmlformats.org/package/2006/relationships"><ns0:Relationship Id="rId3" Type="http://schemas.openxmlformats.org/officeDocument/2006/relationships/presProps" Target="presProps.xml" /><ns0:Relationship Id="rId1" Type="http://schemas.openxmlformats.org/officeDocument/2006/relationships/slideMaster" Target="slideMasters/slideMaster1.xml" /><ns0:Relationship Id="rId6" Type="http://schemas.openxmlformats.org/officeDocument/2006/relationships/tableStyles" Target="tableStyles.xml" /><ns0:Relationship Id="rId5" Type="http://schemas.openxmlformats.org/officeDocument/2006/relationships/theme" Target="theme/theme1.xml" /><ns0:Relationship Id="rId4" Type="http://schemas.openxmlformats.org/officeDocument/2006/relationships/viewProps" Target="viewProps.xml" /><ns0:Relationship Id="rIdControl1" Type="http://schemas.openxmlformats.org/officeDocument/2006/relationships/slide" Target="slides/slide1.xml" /><ns0:Relationship Id="rIdControl2" Type="http://schemas.openxmlformats.org/officeDocument/2006/relationships/slide" Target="slides/slide2.xml" /><ns0:Relationship Id="rIdControl3" Type="http://schemas.openxmlformats.org/officeDocument/2006/relationships/slide" Target="slides/slide3.xml" /><ns0:Relationship Id="rIdControl4" Type="http://schemas.openxmlformats.org/officeDocument/2006/relationships/slide" Target="slides/slide4.xml" /></ns0: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F1DA0-1980-0CE2-84E9-508310C2E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60F4A-1DCF-E883-CFFB-811E4AB43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85834-FA16-21E3-A014-EE232CC15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7DB6F-40F8-0919-D615-D3C6407D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B4626-CBA2-FFAE-5AA6-56E0EB8FC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34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59C1E-E478-1C67-091B-F0AE4A2F6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00FB0-E514-2E94-C4CE-C5D1A618E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FADA7-0B5A-7396-6344-84A1B9CC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C4491-9B1D-716A-1398-B2290379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5DAB3-D034-B5D2-0A16-1F6EB52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7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87B0-6052-52C3-6C9E-E5BB272B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946FE-21C9-197E-748C-9AA6D30B4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3054D-7410-DE22-02CE-FE88DDB44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C805C-9F74-E641-CF9F-4E213AA6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BEA5D-5AED-513B-206D-56947A59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3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DDC1-6110-48B0-B4DA-E99B609D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E152B-828F-D268-0EB8-A037D426E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DEB79-74E6-0168-22F4-7A9D01DE0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2EB1B-55D0-7A8C-278A-7C3DDC37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87A53-3E61-5160-3820-4D6AFC49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3A837-7C09-8EA9-E6C1-98A7D426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CC86-F208-0F84-F736-2B5CBC7DD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6062E-DB3F-BCE6-0DD6-63F851081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CE900-47A7-4115-6DAF-1F2BC5320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E7A6F-67AA-4EC3-3D94-6678B5567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F05B04-B713-7FEF-7F7B-5D059F6E4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71626-3851-6A4E-7847-1E4E03B5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E99AE3-D7C3-45D6-ADD1-23C1A518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7C0D6-9214-89DF-9841-BD8E5221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7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890B-B902-9872-4E0A-137F658F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87A38-BFCF-0AE0-D565-83EB6E83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D6FAA-08C6-2BC6-DC3C-A64F7718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9DD86-D1B4-9A8D-8363-8BD59404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0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59172-EB78-C4D1-2EA3-DE7EC5AA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0BC70-08F5-5AD5-760A-63DC924D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F8B94-0F5A-EB79-DA72-5D01EEA0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5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D0D8-A459-3441-EDEC-4A24B0B0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C9D4-2A23-ABD6-9407-80A9B1EEC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E70E2-54A9-7D28-34BF-58F85180F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4A16E-DD78-8F9F-E1E2-26A2517D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13CF0-C8D9-C8CB-BF50-5E511639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37A49-BF7C-A022-B369-BDD7C28F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27E2-66D4-9404-978E-C1310CED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5B36A-E38A-EDBA-525F-B4FE76CD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FF908-A273-F36D-549F-2000F02DD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8956B-77D5-2AF2-DB94-FB4A86F7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9D0B3-3DD3-7321-2D3E-DF8C5162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F2E79-6462-8497-206C-94199AF4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6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9C14-6010-1065-7CBB-4D88A9CA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56900-39E3-E94F-89BC-3D1E20BB1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3E639-600C-A837-ABF3-5DB8593B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9D43D-D4DE-7A1F-1C21-620DE9BB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2BEAC-0607-8DAC-6D56-71E50D51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FAB868-5016-C4F5-23CF-AF955C1D1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34E8B-0CAD-D355-934B-54830FBD7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848F6-F7BA-2A0B-DC43-55950B32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7D3AE-8E4A-7C1B-2862-AACB1732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4A6D3-6488-AF9B-E1FA-C904805E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73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9458B0-AE5E-7210-1818-F1E8D760C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65C17-DD1B-5C90-C386-0AB35E896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A976B-0BBF-3959-30B9-394C448F0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F4561-A49D-8FCC-607E-C8D4B7037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EFAEF-9001-8211-22C7-896E73A2D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8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/ns0:Relationships>
</file>

<file path=ppt/slides/_rels/slide2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/ns0:Relationships>
</file>

<file path=ppt/slides/_rels/slide3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/ns0:Relationships>
</file>

<file path=ppt/slides/_rels/slide4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-roundRect-blurred-shadow-adjusted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3657600" cy="1828800"/>
          </a:xfrm>
          <a:prstGeom prst="roundRect">
            <a:avLst>
              <a:gd name="adj" fmla="val 40000"/>
            </a:avLst>
          </a:prstGeom>
          <a:ln>
            <a:noFill/>
          </a:ln>
          <a:effectLst>
            <a:outerShdw blurRad="63500" dist="91440" dir="2700000" rotWithShape="1">
              <a:srgbClr val="444444">
                <a:alpha val="50000"/>
              </a:srgbClr>
            </a:outerShdw>
          </a:effectLst>
        </p:spPr>
      </p:pic>
      <p:sp>
        <p:nvSpPr>
          <p:cNvPr id="40" name="Following corner marker"/>
          <p:cNvSpPr/>
          <p:nvPr/>
        </p:nvSpPr>
        <p:spPr>
          <a:xfrm>
            <a:off x="1828800" y="1828800"/>
            <a:ext cx="254000" cy="254000"/>
          </a:xfrm>
          <a:prstGeom prst="rect"/>
          <a:solidFill>
            <a:srgbClr val="AA00AA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-ellipse-blurred-shadow-transformed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1500000" flipH="1">
            <a:off x="1828800" y="1828800"/>
            <a:ext cx="3657600" cy="1828800"/>
          </a:xfrm>
          <a:prstGeom prst="ellipse">
            <a:avLst/>
          </a:prstGeom>
          <a:ln>
            <a:noFill/>
          </a:ln>
          <a:effectLst>
            <a:outerShdw blurRad="63500" dist="91440" dir="2700000" rotWithShape="1">
              <a:srgbClr val="444444">
                <a:alpha val="50000"/>
              </a:srgbClr>
            </a:outerShdw>
          </a:effectLst>
        </p:spPr>
      </p:pic>
      <p:sp>
        <p:nvSpPr>
          <p:cNvPr id="40" name="Following corner marker"/>
          <p:cNvSpPr/>
          <p:nvPr/>
        </p:nvSpPr>
        <p:spPr>
          <a:xfrm>
            <a:off x="1828800" y="1828800"/>
            <a:ext cx="254000" cy="254000"/>
          </a:xfrm>
          <a:prstGeom prst="rect"/>
          <a:solidFill>
            <a:srgbClr val="AA00AA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Transformed picture group"/>
          <p:cNvGrpSpPr/>
          <p:nvPr/>
        </p:nvGrpSpPr>
        <p:grpSpPr>
          <a:xfrm rot="600000" flipH="1">
            <a:off x="914400" y="685800"/>
            <a:ext cx="6096000" cy="3429000"/>
            <a:chOff x="0" y="0"/>
            <a:chExt cx="4876800" cy="2743200"/>
          </a:xfrm>
        </p:grpSpPr>
        <p:pic>
          <p:nvPicPr>
            <p:cNvPr id="3" name="pic-ellipse-blurred-shadow-grouped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28800" y="1828800"/>
              <a:ext cx="3657600" cy="1828800"/>
            </a:xfrm>
            <a:prstGeom prst="ellipse">
              <a:avLst/>
            </a:prstGeom>
            <a:ln>
              <a:noFill/>
            </a:ln>
            <a:effectLst>
              <a:outerShdw blurRad="63500" dist="91440" dir="2700000" rotWithShape="1">
                <a:srgbClr val="444444">
                  <a:alpha val="50000"/>
                </a:srgbClr>
              </a:outerShdw>
            </a:effectLst>
          </p:spPr>
        </p:pic>
      </p:grpSp>
      <p:sp>
        <p:nvSpPr>
          <p:cNvPr id="40" name="Following corner marker"/>
          <p:cNvSpPr/>
          <p:nvPr/>
        </p:nvSpPr>
        <p:spPr>
          <a:xfrm>
            <a:off x="1828800" y="1828800"/>
            <a:ext cx="254000" cy="254000"/>
          </a:xfrm>
          <a:prstGeom prst="rect"/>
          <a:solidFill>
            <a:srgbClr val="AA00AA"/>
          </a:soli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-triangle-blurred-shadow-fallback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3657600" cy="1828800"/>
          </a:xfrm>
          <a:prstGeom prst="triangle">
            <a:avLst/>
          </a:prstGeom>
          <a:ln>
            <a:noFill/>
          </a:ln>
          <a:effectLst>
            <a:outerShdw blurRad="63500" dist="91440" dir="2700000" rotWithShape="1">
              <a:srgbClr val="444444">
                <a:alpha val="50000"/>
              </a:srgbClr>
            </a:outerShdw>
          </a:effectLst>
        </p:spPr>
      </p:pic>
      <p:sp>
        <p:nvSpPr>
          <p:cNvPr id="40" name="Following corner marker"/>
          <p:cNvSpPr/>
          <p:nvPr/>
        </p:nvSpPr>
        <p:spPr>
          <a:xfrm>
            <a:off x="1828800" y="1828800"/>
            <a:ext cx="254000" cy="254000"/>
          </a:xfrm>
          <a:prstGeom prst="rect"/>
          <a:solidFill>
            <a:srgbClr val="AA00AA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