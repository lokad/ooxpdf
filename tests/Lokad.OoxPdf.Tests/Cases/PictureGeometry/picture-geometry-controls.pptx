
<file path=[Content_Types].xml><?xml version="1.0" encoding="utf-8"?>
<ns0:Types xmlns:ns0="http://schemas.openxmlformats.org/package/2006/content-types"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r:id="rIdControl1" id="256"/>
    <p:sldId r:id="rIdControl2" id="257"/>
    <p:sldId r:id="rIdControl3" id="258"/>
    <p:sldId r:id="rIdControl4" id="259"/>
    <p:sldId r:id="rIdControl5" id="260"/>
    <p:sldId r:id="rIdControl6" id="261"/>
    <p:sldId r:id="rIdControl7" id="262"/>
    <p:sldId r:id="rIdControl8" id="263"/>
    <p:sldId r:id="rIdControl9" id="26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'1.0' encoding='utf-8'?>
<ns0:Relationships xmlns:ns0="http://schemas.openxmlformats.org/package/2006/relationships"><ns0:Relationship Id="rId3" Type="http://schemas.openxmlformats.org/officeDocument/2006/relationships/presProps" Target="presProps.xml" /><ns0:Relationship Id="rId1" Type="http://schemas.openxmlformats.org/officeDocument/2006/relationships/slideMaster" Target="slideMasters/slideMaster1.xml" /><ns0:Relationship Id="rId6" Type="http://schemas.openxmlformats.org/officeDocument/2006/relationships/tableStyles" Target="tableStyles.xml" /><ns0:Relationship Id="rId5" Type="http://schemas.openxmlformats.org/officeDocument/2006/relationships/theme" Target="theme/theme1.xml" /><ns0:Relationship Id="rId4" Type="http://schemas.openxmlformats.org/officeDocument/2006/relationships/viewProps" Target="viewProps.xml" /><ns0:Relationship Id="rIdControl1" Type="http://schemas.openxmlformats.org/officeDocument/2006/relationships/slide" Target="slides/slide1.xml" /><ns0:Relationship Id="rIdControl2" Type="http://schemas.openxmlformats.org/officeDocument/2006/relationships/slide" Target="slides/slide2.xml" /><ns0:Relationship Id="rIdControl3" Type="http://schemas.openxmlformats.org/officeDocument/2006/relationships/slide" Target="slides/slide3.xml" /><ns0:Relationship Id="rIdControl4" Type="http://schemas.openxmlformats.org/officeDocument/2006/relationships/slide" Target="slides/slide4.xml" /><ns0:Relationship Id="rIdControl5" Type="http://schemas.openxmlformats.org/officeDocument/2006/relationships/slide" Target="slides/slide5.xml" /><ns0:Relationship Id="rIdControl6" Type="http://schemas.openxmlformats.org/officeDocument/2006/relationships/slide" Target="slides/slide6.xml" /><ns0:Relationship Id="rIdControl7" Type="http://schemas.openxmlformats.org/officeDocument/2006/relationships/slide" Target="slides/slide7.xml" /><ns0:Relationship Id="rIdControl8" Type="http://schemas.openxmlformats.org/officeDocument/2006/relationships/slide" Target="slides/slide8.xml" /><ns0:Relationship Id="rIdControl9" Type="http://schemas.openxmlformats.org/officeDocument/2006/relationships/slide" Target="slides/slide9.xml" /></ns0: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F1DA0-1980-0CE2-84E9-508310C2ED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860F4A-1DCF-E883-CFFB-811E4AB430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85834-FA16-21E3-A014-EE232CC15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7DB6F-40F8-0919-D615-D3C6407D5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B4626-CBA2-FFAE-5AA6-56E0EB8FC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634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59C1E-E478-1C67-091B-F0AE4A2F6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00FB0-E514-2E94-C4CE-C5D1A618E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FADA7-0B5A-7396-6344-84A1B9CCF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C4491-9B1D-716A-1398-B22903790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5DAB3-D034-B5D2-0A16-1F6EB5278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475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687B0-6052-52C3-6C9E-E5BB272B9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8946FE-21C9-197E-748C-9AA6D30B4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3054D-7410-DE22-02CE-FE88DDB44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C805C-9F74-E641-CF9F-4E213AA66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BEA5D-5AED-513B-206D-56947A59A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130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FDDC1-6110-48B0-B4DA-E99B609D6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E152B-828F-D268-0EB8-A037D426EB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FDEB79-74E6-0168-22F4-7A9D01DE02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02EB1B-55D0-7A8C-278A-7C3DDC37D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287A53-3E61-5160-3820-4D6AFC499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3A837-7C09-8EA9-E6C1-98A7D426A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32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CCC86-F208-0F84-F736-2B5CBC7DD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56062E-DB3F-BCE6-0DD6-63F851081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ACE900-47A7-4115-6DAF-1F2BC53206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9E7A6F-67AA-4EC3-3D94-6678B55679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F05B04-B713-7FEF-7F7B-5D059F6E4A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971626-3851-6A4E-7847-1E4E03B5F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E99AE3-D7C3-45D6-ADD1-23C1A518E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D7C0D6-9214-89DF-9841-BD8E52219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875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9890B-B902-9872-4E0A-137F658F9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987A38-BFCF-0AE0-D565-83EB6E834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D6FAA-08C6-2BC6-DC3C-A64F77181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9DD86-D1B4-9A8D-8363-8BD594041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000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959172-EB78-C4D1-2EA3-DE7EC5AA2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C0BC70-08F5-5AD5-760A-63DC924D9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F8B94-0F5A-EB79-DA72-5D01EEA06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154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ED0D8-A459-3441-EDEC-4A24B0B0C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5C9D4-2A23-ABD6-9407-80A9B1EEC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4E70E2-54A9-7D28-34BF-58F85180F6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4A16E-DD78-8F9F-E1E2-26A2517D6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213CF0-C8D9-C8CB-BF50-5E511639C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37A49-BF7C-A022-B369-BDD7C28FB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53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727E2-66D4-9404-978E-C1310CED9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B5B36A-E38A-EDBA-525F-B4FE76CD71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8FF908-A273-F36D-549F-2000F02DDA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28956B-77D5-2AF2-DB94-FB4A86F7A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F9D0B3-3DD3-7321-2D3E-DF8C51625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F2E79-6462-8497-206C-94199AF44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867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D9C14-6010-1065-7CBB-4D88A9CA2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456900-39E3-E94F-89BC-3D1E20BB1C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3E639-600C-A837-ABF3-5DB8593B1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9D43D-D4DE-7A1F-1C21-620DE9BB1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2BEAC-0607-8DAC-6D56-71E50D518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22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FAB868-5016-C4F5-23CF-AF955C1D1C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534E8B-0CAD-D355-934B-54830FBD7F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848F6-F7BA-2A0B-DC43-55950B329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7D3AE-8E4A-7C1B-2862-AACB17322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4A6D3-6488-AF9B-E1FA-C904805EF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373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9458B0-AE5E-7210-1818-F1E8D760C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265C17-DD1B-5C90-C386-0AB35E896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A976B-0BBF-3959-30B9-394C448F0E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F4561-A49D-8FCC-607E-C8D4B7037A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EFAEF-9001-8211-22C7-896E73A2D6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386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2" Type="http://schemas.openxmlformats.org/officeDocument/2006/relationships/image" Target="../media/image1.png" /><ns0:Relationship Id="rId1" Type="http://schemas.openxmlformats.org/officeDocument/2006/relationships/slideLayout" Target="../slideLayouts/slideLayout7.xml" /></ns0:Relationships>
</file>

<file path=ppt/slides/_rels/slide2.xml.rels><?xml version='1.0' encoding='utf-8'?>
<ns0:Relationships xmlns:ns0="http://schemas.openxmlformats.org/package/2006/relationships"><ns0:Relationship Id="rId2" Type="http://schemas.openxmlformats.org/officeDocument/2006/relationships/image" Target="../media/image1.png" /><ns0:Relationship Id="rId1" Type="http://schemas.openxmlformats.org/officeDocument/2006/relationships/slideLayout" Target="../slideLayouts/slideLayout7.xml" /></ns0:Relationships>
</file>

<file path=ppt/slides/_rels/slide3.xml.rels><?xml version='1.0' encoding='utf-8'?>
<ns0:Relationships xmlns:ns0="http://schemas.openxmlformats.org/package/2006/relationships"><ns0:Relationship Id="rId2" Type="http://schemas.openxmlformats.org/officeDocument/2006/relationships/image" Target="../media/image1.png" /><ns0:Relationship Id="rId1" Type="http://schemas.openxmlformats.org/officeDocument/2006/relationships/slideLayout" Target="../slideLayouts/slideLayout7.xml" /></ns0:Relationships>
</file>

<file path=ppt/slides/_rels/slide4.xml.rels><?xml version='1.0' encoding='utf-8'?>
<ns0:Relationships xmlns:ns0="http://schemas.openxmlformats.org/package/2006/relationships"><ns0:Relationship Id="rId2" Type="http://schemas.openxmlformats.org/officeDocument/2006/relationships/image" Target="../media/image1.png" /><ns0:Relationship Id="rId1" Type="http://schemas.openxmlformats.org/officeDocument/2006/relationships/slideLayout" Target="../slideLayouts/slideLayout7.xml" /></ns0:Relationships>
</file>

<file path=ppt/slides/_rels/slide5.xml.rels><?xml version='1.0' encoding='utf-8'?>
<ns0:Relationships xmlns:ns0="http://schemas.openxmlformats.org/package/2006/relationships"><ns0:Relationship Id="rId2" Type="http://schemas.openxmlformats.org/officeDocument/2006/relationships/image" Target="../media/image1.png" /><ns0:Relationship Id="rId1" Type="http://schemas.openxmlformats.org/officeDocument/2006/relationships/slideLayout" Target="../slideLayouts/slideLayout7.xml" /></ns0:Relationships>
</file>

<file path=ppt/slides/_rels/slide6.xml.rels><?xml version='1.0' encoding='utf-8'?>
<ns0:Relationships xmlns:ns0="http://schemas.openxmlformats.org/package/2006/relationships"><ns0:Relationship Id="rId2" Type="http://schemas.openxmlformats.org/officeDocument/2006/relationships/image" Target="../media/image1.png" /><ns0:Relationship Id="rId1" Type="http://schemas.openxmlformats.org/officeDocument/2006/relationships/slideLayout" Target="../slideLayouts/slideLayout7.xml" /></ns0:Relationships>
</file>

<file path=ppt/slides/_rels/slide7.xml.rels><?xml version='1.0' encoding='utf-8'?>
<ns0:Relationships xmlns:ns0="http://schemas.openxmlformats.org/package/2006/relationships"><ns0:Relationship Id="rId2" Type="http://schemas.openxmlformats.org/officeDocument/2006/relationships/image" Target="../media/image1.png" /><ns0:Relationship Id="rId1" Type="http://schemas.openxmlformats.org/officeDocument/2006/relationships/slideLayout" Target="../slideLayouts/slideLayout7.xml" /></ns0:Relationships>
</file>

<file path=ppt/slides/_rels/slide8.xml.rels><?xml version='1.0' encoding='utf-8'?>
<ns0:Relationships xmlns:ns0="http://schemas.openxmlformats.org/package/2006/relationships"><ns0:Relationship Id="rId2" Type="http://schemas.openxmlformats.org/officeDocument/2006/relationships/image" Target="../media/image1.png" /><ns0:Relationship Id="rId1" Type="http://schemas.openxmlformats.org/officeDocument/2006/relationships/slideLayout" Target="../slideLayouts/slideLayout7.xml" /></ns0:Relationships>
</file>

<file path=ppt/slides/_rels/slide9.xml.rels><?xml version='1.0' encoding='utf-8'?>
<ns0:Relationships xmlns:ns0="http://schemas.openxmlformats.org/package/2006/relationships"><ns0:Relationship Id="rId2" Type="http://schemas.openxmlformats.org/officeDocument/2006/relationships/image" Target="../media/image1.png" /><ns0:Relationship Id="rId1" Type="http://schemas.openxmlformats.org/officeDocument/2006/relationships/slideLayout" Target="../slideLayouts/slideLayout7.xml" /></ns0: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-rect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2743200" cy="27432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-ellipse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2743200" cy="2743200"/>
          </a:xfrm>
          <a:prstGeom prst="ellipse">
            <a:avLst/>
          </a:prstGeom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-roundRect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2743200" cy="2743200"/>
          </a:xfrm>
          <a:prstGeom prst="roundRect">
            <a:avLst/>
          </a:prstGeom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-roundRect-adjusted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2743200" cy="2743200"/>
          </a:xfrm>
          <a:prstGeom prst="roundRect">
            <a:avLst>
              <a:gd name="adj" fmla="val 40000"/>
            </a:avLst>
          </a:prstGeom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-triangle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2743200" cy="2743200"/>
          </a:xfrm>
          <a:prstGeom prst="triangle">
            <a:avLst/>
          </a:prstGeom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-ellipse-sourcecrop"/>
          <p:cNvPicPr>
            <a:picLocks/>
          </p:cNvPicPr>
          <p:nvPr/>
        </p:nvPicPr>
        <p:blipFill>
          <a:blip r:embed="rId2"/>
          <a:srcRect l="25000" r="25000"/>
          <a:stretch>
            <a:fillRect/>
          </a:stretch>
        </p:blipFill>
        <p:spPr>
          <a:xfrm>
            <a:off x="1828800" y="1828800"/>
            <a:ext cx="2743200" cy="2743200"/>
          </a:xfrm>
          <a:prstGeom prst="ellipse">
            <a:avLst/>
          </a:prstGeom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-ellipse-rotated-flipped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rot="1500000" flipH="1">
            <a:off x="1828800" y="1828800"/>
            <a:ext cx="2743200" cy="2743200"/>
          </a:xfrm>
          <a:prstGeom prst="ellipse">
            <a:avLst/>
          </a:prstGeom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-ellipse-picture-fill"/>
          <p:cNvSpPr/>
          <p:nvPr/>
        </p:nvSpPr>
        <p:spPr>
          <a:xfrm>
            <a:off x="1828800" y="1828800"/>
            <a:ext cx="2743200" cy="2743200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-roundRect-adjusted-picture-fill"/>
          <p:cNvSpPr/>
          <p:nvPr/>
        </p:nvSpPr>
        <p:spPr>
          <a:xfrm>
            <a:off x="1828800" y="1828800"/>
            <a:ext cx="2743200" cy="2743200"/>
          </a:xfrm>
          <a:prstGeom prst="roundRect">
            <a:avLst>
              <a:gd name="adj" fmla="val 40000"/>
            </a:avLst>
          </a:prstGeom>
          <a:blipFill>
            <a:blip r:embed="rId2"/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