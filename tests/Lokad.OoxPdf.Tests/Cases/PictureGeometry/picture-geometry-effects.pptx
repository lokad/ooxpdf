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r:id="rIdControl1" id="256"/>
    <p:sldId r:id="rIdControl2" id="257"/>
    <p:sldId r:id="rIdControl3" id="258"/>
    <p:sldId r:id="rIdControl4" id="259"/>
    <p:sldId r:id="rIdControl5" id="260"/>
    <p:sldId r:id="rIdControl6" id="2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ns0:Relationships xmlns:ns0="http://schemas.openxmlformats.org/package/2006/relationships"><ns0:Relationship Id="rId3" Type="http://schemas.openxmlformats.org/officeDocument/2006/relationships/presProps" Target="presProps.xml" /><ns0:Relationship Id="rId1" Type="http://schemas.openxmlformats.org/officeDocument/2006/relationships/slideMaster" Target="slideMasters/slideMaster1.xml" /><ns0:Relationship Id="rId6" Type="http://schemas.openxmlformats.org/officeDocument/2006/relationships/tableStyles" Target="tableStyles.xml" /><ns0:Relationship Id="rId5" Type="http://schemas.openxmlformats.org/officeDocument/2006/relationships/theme" Target="theme/theme1.xml" /><ns0:Relationship Id="rId4" Type="http://schemas.openxmlformats.org/officeDocument/2006/relationships/viewProps" Target="viewProps.xml" /><ns0:Relationship Id="rIdControl1" Type="http://schemas.openxmlformats.org/officeDocument/2006/relationships/slide" Target="slides/slide1.xml" /><ns0:Relationship Id="rIdControl2" Type="http://schemas.openxmlformats.org/officeDocument/2006/relationships/slide" Target="slides/slide2.xml" /><ns0:Relationship Id="rIdControl3" Type="http://schemas.openxmlformats.org/officeDocument/2006/relationships/slide" Target="slides/slide3.xml" /><ns0:Relationship Id="rIdControl4" Type="http://schemas.openxmlformats.org/officeDocument/2006/relationships/slide" Target="slides/slide4.xml" /><ns0:Relationship Id="rIdControl5" Type="http://schemas.openxmlformats.org/officeDocument/2006/relationships/slide" Target="slides/slide5.xml" /><ns0:Relationship Id="rIdControl6" Type="http://schemas.openxmlformats.org/officeDocument/2006/relationships/slide" Target="slides/slide6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2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3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4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5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6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ellipse-out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1828800"/>
          </a:xfrm>
          <a:prstGeom prst="ellipse">
            <a:avLst/>
          </a:prstGeom>
          <a:ln w="50800">
            <a:solidFill>
              <a:srgbClr val="000000"/>
            </a:solidFill>
          </a:ln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roundRect-outline-adjus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1828800"/>
          </a:xfrm>
          <a:prstGeom prst="roundRect">
            <a:avLst>
              <a:gd name="adj" fmla="val 40000"/>
            </a:avLst>
          </a:prstGeom>
          <a:ln w="50800">
            <a:solidFill>
              <a:srgbClr val="000000"/>
            </a:solidFill>
          </a:ln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ellipse-outline-transform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500000" flipH="1">
            <a:off x="1828800" y="1828800"/>
            <a:ext cx="3657600" cy="1828800"/>
          </a:xfrm>
          <a:prstGeom prst="ellipse">
            <a:avLst/>
          </a:prstGeom>
          <a:ln w="50800">
            <a:solidFill>
              <a:srgbClr val="000000"/>
            </a:solidFill>
          </a:ln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ellipse-shadow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1828800"/>
          </a:xfrm>
          <a:prstGeom prst="ellipse">
            <a:avLst/>
          </a:prstGeom>
          <a:ln>
            <a:noFill/>
          </a:ln>
          <a:effectLst>
            <a:outerShdw blurRad="0" dist="91440" dir="2700000" rotWithShape="1">
              <a:srgbClr val="444444">
                <a:alpha val="50000"/>
              </a:srgbClr>
            </a:outerShdw>
          </a:effectLst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roundRect-shadow-adjus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1828800"/>
          </a:xfrm>
          <a:prstGeom prst="roundRect">
            <a:avLst>
              <a:gd name="adj" fmla="val 40000"/>
            </a:avLst>
          </a:prstGeom>
          <a:ln>
            <a:noFill/>
          </a:ln>
          <a:effectLst>
            <a:outerShdw blurRad="0" dist="91440" dir="2700000" rotWithShape="1">
              <a:srgbClr val="444444">
                <a:alpha val="50000"/>
              </a:srgbClr>
            </a:outerShdw>
          </a:effectLst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ellipse-blurred-shadow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1828800"/>
          </a:xfrm>
          <a:prstGeom prst="ellipse">
            <a:avLst/>
          </a:prstGeom>
          <a:ln>
            <a:noFill/>
          </a:ln>
          <a:effectLst>
            <a:outerShdw blurRad="63500" dist="91440" dir="2700000" rotWithShape="1">
              <a:srgbClr val="444444">
                <a:alpha val="50000"/>
              </a:srgbClr>
            </a:outerShdw>
          </a:effectLst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