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Default Extension="svg" ContentType="image/svg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r:id="rIdControl1" id="256"/>
    <p:sldId r:id="rIdControl2" id="257"/>
    <p:sldId r:id="rIdControl3" id="258"/>
    <p:sldId r:id="rIdControl4" id="2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Control1" Type="http://schemas.openxmlformats.org/officeDocument/2006/relationships/slide" Target="slides/slide1.xml" /><ns0:Relationship Id="rIdControl2" Type="http://schemas.openxmlformats.org/officeDocument/2006/relationships/slide" Target="slides/slide2.xml" /><ns0:Relationship Id="rIdControl3" Type="http://schemas.openxmlformats.org/officeDocument/2006/relationships/slide" Target="slides/slide3.xml" /><ns0:Relationship Id="rIdControl4" Type="http://schemas.openxmlformats.org/officeDocument/2006/relationships/slide" Target="slides/slide4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ns0:Relationship Id="rIdMaskSvg" Type="http://schemas.openxmlformats.org/officeDocument/2006/relationships/image" Target="../media/mask.svg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nonsquare-followi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>
            <a:noFill/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Transformed picture group"/>
          <p:cNvGrpSpPr/>
          <p:nvPr/>
        </p:nvGrpSpPr>
        <p:grpSpPr>
          <a:xfrm rot="600000" flipH="1">
            <a:off x="914400" y="685800"/>
            <a:ext cx="6096000" cy="3429000"/>
            <a:chOff x="0" y="0"/>
            <a:chExt cx="4876800" cy="2743200"/>
          </a:xfrm>
        </p:grpSpPr>
        <p:pic>
          <p:nvPicPr>
            <p:cNvPr id="3" name="pic-ellipse-grouped-followi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0" y="1828800"/>
              <a:ext cx="3657600" cy="1828800"/>
            </a:xfrm>
            <a:prstGeom prst="ellipse">
              <a:avLst/>
            </a:prstGeom>
            <a:ln>
              <a:noFill/>
            </a:ln>
          </p:spPr>
        </p:pic>
      </p:grpSp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svg-ellipse-following"/>
          <p:cNvPicPr>
            <a:picLocks/>
          </p:cNvPicPr>
          <p:nvPr/>
        </p:nvPicPr>
        <p:blipFill>
          <a:blip r:embed="rIdMaskSvg"/>
          <a:stretch>
            <a:fillRect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>
            <a:noFill/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fill-alpha-crop"/>
          <p:cNvPicPr>
            <a:picLocks/>
          </p:cNvPicPr>
          <p:nvPr/>
        </p:nvPicPr>
        <p:blipFill>
          <a:blip r:embed="rId2">
            <a:alphaModFix amt="60000"/>
          </a:blip>
          <a:srcRect l="25000" r="25000"/>
          <a:stretch>
            <a:fillRect l="10000" t="15000" r="-10000"/>
          </a:stretch>
        </p:blipFill>
        <p:spPr>
          <a:xfrm>
            <a:off x="1828800" y="1828800"/>
            <a:ext cx="3657600" cy="1828800"/>
          </a:xfrm>
          <a:prstGeom prst="ellipse">
            <a:avLst/>
          </a:prstGeom>
          <a:ln>
            <a:noFill/>
          </a:ln>
        </p:spPr>
      </p:pic>
      <p:sp>
        <p:nvSpPr>
          <p:cNvPr id="40" name="Following corner marker"/>
          <p:cNvSpPr/>
          <p:nvPr/>
        </p:nvSpPr>
        <p:spPr>
          <a:xfrm>
            <a:off x="1828800" y="1828800"/>
            <a:ext cx="254000" cy="254000"/>
          </a:xfrm>
          <a:prstGeom prst="rect"/>
          <a:solidFill>
            <a:srgbClr val="AA00AA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