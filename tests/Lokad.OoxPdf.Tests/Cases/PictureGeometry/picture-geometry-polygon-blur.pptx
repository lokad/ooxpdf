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r:id="rIdControl1" id="256"/>
    <p:sldId r:id="rIdControl2" id="257"/>
    <p:sldId r:id="rIdControl3" id="2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Control1" Type="http://schemas.openxmlformats.org/officeDocument/2006/relationships/slide" Target="slides/slide1.xml" /><ns0:Relationship Id="rIdControl2" Type="http://schemas.openxmlformats.org/officeDocument/2006/relationships/slide" Target="slides/slide2.xml" /><ns0:Relationship Id="rIdControl3" Type="http://schemas.openxmlformats.org/officeDocument/2006/relationships/slide" Target="slides/slide3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rtTriangle-blurred-shadow-transform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500000" flipH="1">
            <a:off x="1828800" y="1828800"/>
            <a:ext cx="3657600" cy="1828800"/>
          </a:xfrm>
          <a:prstGeom prst="rtTriangle">
            <a:avLst/>
          </a:prstGeom>
          <a:ln>
            <a:noFill/>
          </a:ln>
          <a:effectLst>
            <a:outerShdw blurRad="63500" dist="91440" dir="2700000" rotWithShape="1">
              <a:srgbClr val="444444">
                <a:alpha val="50000"/>
              </a:srgbClr>
            </a:outerShdw>
          </a:effectLst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star5-blurred-shadow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star5">
            <a:avLst/>
          </a:prstGeom>
          <a:ln>
            <a:noFill/>
          </a:ln>
          <a:effectLst>
            <a:outerShdw blurRad="63500" dist="91440" dir="2700000" rotWithShape="1">
              <a:srgbClr val="444444">
                <a:alpha val="50000"/>
              </a:srgbClr>
            </a:outerShdw>
          </a:effectLst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Transformed picture group"/>
          <p:cNvGrpSpPr/>
          <p:nvPr/>
        </p:nvGrpSpPr>
        <p:grpSpPr>
          <a:xfrm rot="600000" flipH="1">
            <a:off x="914400" y="685800"/>
            <a:ext cx="6096000" cy="3429000"/>
            <a:chOff x="0" y="0"/>
            <a:chExt cx="4876800" cy="2743200"/>
          </a:xfrm>
        </p:grpSpPr>
        <p:pic>
          <p:nvPicPr>
            <p:cNvPr id="3" name="pic-chevron-blurred-shadow-grouped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800" y="1828800"/>
              <a:ext cx="3657600" cy="1828800"/>
            </a:xfrm>
            <a:prstGeom prst="chevron">
              <a:avLst/>
            </a:prstGeom>
            <a:ln>
              <a:noFill/>
            </a:ln>
            <a:effectLst>
              <a:outerShdw blurRad="63500" dist="91440" dir="2700000" rotWithShape="1">
                <a:srgbClr val="444444">
                  <a:alpha val="50000"/>
                </a:srgbClr>
              </a:outerShdw>
            </a:effectLst>
          </p:spPr>
        </p:pic>
      </p:grpSp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