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0-2FE0-4C7E-972E-6B8A56D7EF94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2026-10-31T11:09:45Z</dcterms:modified>
</cp:coreProperties>
</file>