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FF2-4B0F-B7C7-8B3136B16039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6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2026-10-31T11:07:13Z</dcterms:modified>
</cp:coreProperties>
</file>