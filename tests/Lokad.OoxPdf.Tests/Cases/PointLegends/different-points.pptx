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4">
                  <a:shade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10F-46A9-8F9F-4626E8A549B5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>
                  <a:shade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10F-46A9-8F9F-4626E8A549B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>
                  <a:shade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10F-46A9-8F9F-4626E8A549B5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>
                  <a:tint val="9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10F-46A9-8F9F-4626E8A549B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>
                  <a:tint val="7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10F-46A9-8F9F-4626E8A549B5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4">
                  <a:tint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510F-46A9-8F9F-4626E8A549B5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2026-10-31T10:53:56Z</dcterms:modified>
</cp:coreProperties>
</file>