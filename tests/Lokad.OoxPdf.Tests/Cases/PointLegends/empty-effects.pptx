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1"/>
            <c:bubble3D val="0"/>
            <c:spPr>
              <a:effectLst/>
            </c:spPr>
            <c:extLst>
              <c:ext xmlns:c16="http://schemas.microsoft.com/office/drawing/2014/chart" uri="{C3380CC4-5D6E-409C-BE32-E72D297353CC}">
                <c16:uniqueId val="{00000001-FDD8-457B-BC8F-13DC2651ADC6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2026-10-31T11:09:45Z</dcterms:modified>
</cp:coreProperties>
</file>