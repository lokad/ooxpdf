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F831-4845-9325-C797AF3800BB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