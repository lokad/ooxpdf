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F64B-4F3B-8038-EF2E8A2B5324}"/>
              </c:ext>
            </c:extLst>
          </c:dPt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CD-40A8-B897-0C6FF8B736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22930624"/>
        <c:axId val="927093184"/>
      </c:barChart>
      <c:catAx>
        <c:axId val="1022930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7093184"/>
        <c:crosses val="autoZero"/>
        <c:auto val="1"/>
        <c:lblAlgn val="ctr"/>
        <c:lblOffset val="100"/>
        <c:noMultiLvlLbl val="0"/>
      </c:catAx>
      <c:valAx>
        <c:axId val="9270931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29306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158CB-F331-5619-E697-E1C610FE8D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9C3834-CBC4-654C-B704-67D797D299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06043-4ACB-4B5D-3468-9D118FE2C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E2E81-B87A-15E3-EA51-C9F2B757C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C6812-9765-7C92-C365-BE43BF291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955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8CF86-C973-AE01-91DF-6119B625E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83923-DD1B-C2E2-1D77-8F6F09AC3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867A2-3631-CDA0-31D4-B7AC8DC51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AB1E0-DB49-AF6F-527A-449BE39EE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A4EFC-7212-0943-87DC-CB4D43EEC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621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0006D-953F-E31E-D5D7-832DAEF46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86771-E5C5-8D03-F477-DCCD76A3E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8B3D8-9E6D-F1ED-77A3-C2EEF39E7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FF5F1-3E8F-80C0-0C78-FF8F23ECC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AC2C8-8157-1976-ECEA-C92C3A208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60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E3533-5FF8-6C72-3DC5-75DA05CE2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9CB2D-598B-47BE-D8D0-7447C0FAA9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DAA21-5105-1887-0E64-CF4CBE1BB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C1B683-8889-9BB3-902E-AE4F41E5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BC7C2-2639-4425-F38C-1CEF1FF87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C681CF-1D99-E6FF-C8A2-80B20AF66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354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49586-A82C-AD34-2DAD-58390284C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2F613-E1A8-561D-408E-D53328AA6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858D4-F283-F211-7E78-C5649DC37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AF72A-51F6-596D-75C0-03B946769B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5B6125-5CE4-D45D-F867-787371C73E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B15438-CEDC-4278-7A75-E2087CFFB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DEEB29-882F-4336-AD03-0F15BDD8E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83F9F2-7F8E-669F-2967-4294F3AB4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196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D15EB-C66A-DEAD-74B1-F592A8EDB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A90CFA-A53F-BE95-FE52-0083E2612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395123-A336-09F1-AFDF-70E687ECA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352B42-08E2-C906-4840-C1D459BB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42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3B6C96-2AA6-637A-17F5-4BE78465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903B42-BA61-EE28-18F0-E80C30949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B78FB-B647-839D-EE31-CB7B48AB3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621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4E88F-3696-FC36-1B6E-7A73A8817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A9401-772A-12EE-3AA2-B0C2556A9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1EB51B-D650-1701-F0EF-07D008603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61DF9-A84E-817E-A81C-4B467FF32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09562-2B84-BFB7-6A6C-0A7AB1036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817B96-70C0-30BA-6A0C-B2643FA2A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781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24177-63E2-EE5A-A101-A7E5D9A8B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3AB116-4AC4-1F1E-2CB6-5C158CB25C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A3BBD-86AE-8545-9473-B1DB6EBA8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ECB8B6-5499-8503-AADA-A18A0DFC8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D250B-D01F-0B82-2355-A26D1F008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7AB79-44FE-D890-9FB1-3968282CF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747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DE3CD-FC24-3F15-5526-C326FB103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0EA12E-A5F0-70D7-7FB3-13A8A28943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74867-BD12-C01D-82C2-83B904445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EA134-8FB5-348A-2DEA-E4C833751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36116-B5EA-FB08-84BE-D6DDE96F9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333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97BA2A-9079-5F14-8D01-76F22F3E9A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D8B6D9-9ECF-EC22-4BBD-75338BFA39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2BA64-6F0E-7F07-42CC-9B5424400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C7E0C-B5E0-7C63-164A-CFBBC1961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59E6B-BB59-BA4C-29DE-8A542F1EC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356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C6F31A-6B13-8F98-ED6D-3013648D7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FCD85-07BD-7332-BCCF-5AF14D2CD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010A8-1D07-8AD9-26BC-DB06E5F6BF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5DA70-4396-DE09-9130-38842D3365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1708F-3A23-FD10-159D-AE8CCC1E0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2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0DB125-BB91-CDC4-91B3-000E9F42A6A0}"/>
              </a:ext>
            </a:extLst>
          </p:cNvPr>
          <p:cNvSpPr txBox="1"/>
          <p:nvPr/>
        </p:nvSpPr>
        <p:spPr>
          <a:xfrm>
            <a:off x="914400" y="274320"/>
            <a:ext cx="73152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Sales Overview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C00A419-FBE9-5E92-F00C-0D5DF6862E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6013708"/>
              </p:ext>
            </p:extLst>
          </p:nvPr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21903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3</cp:revision>
  <dcterms:created xsi:type="dcterms:W3CDTF">2026-05-16T12:52:24Z</dcterms:created>
  <dcterms:modified xsi:type="dcterms:W3CDTF">2026-10-31T11:09:45Z</dcterms:modified>
</cp:coreProperties>
</file>