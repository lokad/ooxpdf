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C5-415B-8AB6-4B5F2E8690A7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