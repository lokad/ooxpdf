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4">
                  <a:shade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BE3-45F7-B1AD-35DCC7489A8D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>
                  <a:shade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BE3-45F7-B1AD-35DCC7489A8D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>
                  <a:shade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BE3-45F7-B1AD-35DCC7489A8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shade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BE3-45F7-B1AD-35DCC7489A8D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shade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BE3-45F7-B1AD-35DCC7489A8D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4">
                  <a:shade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BE3-45F7-B1AD-35DCC7489A8D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