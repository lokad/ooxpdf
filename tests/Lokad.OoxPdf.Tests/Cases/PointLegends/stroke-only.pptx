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ln w="25400">
                <a:solidFill>
                  <a:srgbClr val="E52C4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71F-4A38-889F-A755139F5F5C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