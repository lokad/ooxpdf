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4">
                  <a:shade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241-434C-875E-380EDA5A160A}"/>
              </c:ext>
            </c:extLst>
          </c:dPt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CD-40A8-B897-0C6FF8B7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2930624"/>
        <c:axId val="927093184"/>
      </c:barChart>
      <c:catAx>
        <c:axId val="1022930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093184"/>
        <c:crosses val="autoZero"/>
        <c:auto val="1"/>
        <c:lblAlgn val="ctr"/>
        <c:lblOffset val="100"/>
        <c:noMultiLvlLbl val="0"/>
      </c:catAx>
      <c:valAx>
        <c:axId val="927093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2930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58CB-F331-5619-E697-E1C610FE8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C3834-CBC4-654C-B704-67D797D2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06043-4ACB-4B5D-3468-9D118FE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2E81-B87A-15E3-EA51-C9F2B75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C6812-9765-7C92-C365-BE43BF2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F86-C973-AE01-91DF-6119B625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3923-DD1B-C2E2-1D77-8F6F09A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67A2-3631-CDA0-31D4-B7AC8DC5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B1E0-DB49-AF6F-527A-449BE39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4EFC-7212-0943-87DC-CB4D43EE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06D-953F-E31E-D5D7-832DAEF4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6771-E5C5-8D03-F477-DCCD76A3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B3D8-9E6D-F1ED-77A3-C2EEF39E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5F1-3E8F-80C0-0C78-FF8F23EC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C2C8-8157-1976-ECEA-C92C3A20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533-5FF8-6C72-3DC5-75DA05C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CB2D-598B-47BE-D8D0-7447C0FAA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AA21-5105-1887-0E64-CF4CBE1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B683-8889-9BB3-902E-AE4F41E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BC7C2-2639-4425-F38C-1CEF1FF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81CF-1D99-E6FF-C8A2-80B20AF6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5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586-A82C-AD34-2DAD-58390284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F613-E1A8-561D-408E-D53328AA6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58D4-F283-F211-7E78-C5649DC3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AF72A-51F6-596D-75C0-03B94676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B6125-5CE4-D45D-F867-787371C73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15438-CEDC-4278-7A75-E2087CF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EEB29-882F-4336-AD03-0F15BD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3F9F2-7F8E-669F-2967-4294F3AB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15EB-C66A-DEAD-74B1-F592A8ED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90CFA-A53F-BE95-FE52-0083E26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95123-A336-09F1-AFDF-70E687EC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2B42-08E2-C906-4840-C1D459BB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B6C96-2AA6-637A-17F5-4BE78465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3B42-BA61-EE28-18F0-E80C3094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78FB-B647-839D-EE31-CB7B48AB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E88F-3696-FC36-1B6E-7A73A88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9401-772A-12EE-3AA2-B0C2556A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B51B-D650-1701-F0EF-07D00860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61DF9-A84E-817E-A81C-4B467FF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9562-2B84-BFB7-6A6C-0A7AB1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7B96-70C0-30BA-6A0C-B2643FA2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4177-63E2-EE5A-A101-A7E5D9A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B116-4AC4-1F1E-2CB6-5C158CB25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3BBD-86AE-8545-9473-B1DB6EBA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B8B6-5499-8503-AADA-A18A0DF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D250B-D01F-0B82-2355-A26D1F00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B79-44FE-D890-9FB1-3968282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E3CD-FC24-3F15-5526-C326FB1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A12E-A5F0-70D7-7FB3-13A8A2894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867-BD12-C01D-82C2-83B9044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A134-8FB5-348A-2DEA-E4C83375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6116-B5EA-FB08-84BE-D6DDE96F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BA2A-9079-5F14-8D01-76F22F3E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B6D9-9ECF-EC22-4BBD-75338BFA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BA64-6F0E-7F07-42CC-9B54244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7E0C-B5E0-7C63-164A-CFBBC19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9E6B-BB59-BA4C-29DE-8A542F1E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F31A-6B13-8F98-ED6D-3013648D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D85-07BD-7332-BCCF-5AF14D2C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10A8-1D07-8AD9-26BC-DB06E5F6B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DA70-4396-DE09-9130-38842D336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708F-3A23-FD10-159D-AE8CCC1E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DB125-BB91-CDC4-91B3-000E9F42A6A0}"/>
              </a:ext>
            </a:extLst>
          </p:cNvPr>
          <p:cNvSpPr txBox="1"/>
          <p:nvPr/>
        </p:nvSpPr>
        <p:spPr>
          <a:xfrm>
            <a:off x="914400" y="27432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Sales Overview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00A419-FBE9-5E92-F00C-0D5DF686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013708"/>
              </p:ext>
            </p:extLst>
          </p:nvPr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1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3</cp:revision>
  <dcterms:created xsi:type="dcterms:W3CDTF">2026-05-16T12:52:24Z</dcterms:created>
  <dcterms:modified xsi:type="dcterms:W3CDTF">2026-10-31T11:07:13Z</dcterms:modified>
</cp:coreProperties>
</file>