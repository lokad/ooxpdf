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5" name="ProbeTable"/>
          <ns0:cNvGraphicFramePr/>
          <ns0:nvPr/>
        </ns0:nvGraphicFramePr>
        <ns0:xfrm>
          <ns1:off x="914400" y="914400"/>
          <ns1:ext cx="5486400" cy="1828800"/>
        </ns0:xfrm>
        <ns1:graphic>
          <ns1:graphicData uri="http://schemas.openxmlformats.org/drawingml/2006/table">
            <ns1:tbl>
              <ns1:tblPr firstRow="1">
                <ns1:tableStyleId>{93296810-A885-4BE3-A3E7-6D5BEEA58F35}</ns1:tableStyleId>
              </ns1:tblPr>
              <ns1:tblGrid>
                <ns1:gridCol w="2743200"/>
                <ns1:gridCol w="2743200"/>
              </ns1:tblGrid>
              <ns1:tr h="914400">
                <ns1:tc>
                  <ns1:txBody>
                    <ns1:bodyPr/>
                    <ns1:lstStyle/>
                    <ns1:p>
                      <ns1:pPr>
                        <ns1:defRPr b="0"/>
                      </ns1:pPr>
                      <ns1:r>
                        <ns1:rPr sz="2000">
                          <ns1:latin typeface="Arial"/>
                        </ns1:rPr>
                        <ns1:t>Head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400"/>
                        <ns1:t>Body</ns1:t>
                      </ns1:r>
                    </ns1:p>
                  </ns1:txBody>
                  <ns1:tcPr/>
                </ns1:tc>
              </ns1:tr>
            </ns1:tbl>
          </ns1:graphicData>
        </ns1:graphic>
      </ns0:graphicFrame>
    </ns0:spTree>
    <ns0:extLst>
      <ns0:ext uri="{BB962C8B-B14F-4D97-AF65-F5344CB8AC3E}">
        <ns2:creationId val="798629280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