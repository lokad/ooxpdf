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2743200"/>
                <ns1:gridCol w="2743200"/>
              </ns1:tblGrid>
              <ns1:tr h="914400">
                <ns1:tc>
                  <ns1:txBody>
                    <ns1:bodyPr/>
                    <ns1:lstStyle/>
                    <ns1:p>
                      <ns1:pPr>
                        <ns1:defRPr>
                          <ns1:solidFill>
                            <ns1:srgbClr val="FF0000"/>
                          </ns1:solidFill>
                        </ns1:defRPr>
                      </ns1:pPr>
                      <ns1:r>
                        <ns1:rPr sz="2000">
                          <ns1:latin typeface="Arial"/>
                        </ns1:rPr>
                        <ns1:t>Head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400"/>
                        <ns1:t>Body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