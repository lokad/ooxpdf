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1097280"/>
                <ns1:gridCol w="1097280"/>
                <ns1:gridCol w="1097280"/>
                <ns1:gridCol w="1097280"/>
                <ns1:gridCol w="1097280"/>
              </ns1:tblGrid>
              <ns1:tr h="914400">
                <ns1:tc gridSpan="2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First pair</ns1:t>
                      </ns1:r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/>
                      </ns1:r>
                    </ns1:p>
                  </ns1:txBody>
                  <ns1:tcPr/>
                </ns1:tc>
                <ns1:tc gridSpan="2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Second pair</ns1:t>
                      </ns1:r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/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Right tail</ns1:t>
                      </ns1:r>
                    </ns1:p>
                  </ns1:txBody>
                  <ns1:tcPr/>
                </ns1:tc>
              </ns1:tr>
              <ns1:tr h="914400"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one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two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three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four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five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