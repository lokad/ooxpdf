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EB7B8E-0652-6B22-1462-32F92CDA197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9778783-1D10-7623-7AAF-CA41CF37C7F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43F9FD-56AB-C26D-0DC0-4B469F1474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D0748D-8335-6BA6-2FF0-FD52E8382B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635EE4-33B6-6BA1-5E1D-B5537072DC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99905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683EC5-4ED1-AD11-906B-6D38E6746A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86CC59-E003-FC42-B767-F91AB1654B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B1ED93-1DB3-B5F2-35C1-B3903B7DAD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15952F-EDD0-8ABD-E4C7-8B73648B5B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C1177C-0102-D084-BC6C-10B2419AED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02233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216C46-0A08-0A5D-FA1D-AD46E3D57A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07112AC-06CF-F5B5-9D13-5F163D980D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B884AF-D263-7159-8FAC-CF89D16520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58DE06-F593-FCF0-A4C5-6DF7D36EFE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AF3798-E1B7-4493-0491-F207CB5910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07220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7F50B5-0E83-4134-D5C7-0352DB93E0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81E42E-3765-0C72-C9A5-E9F437FCC8E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F50B8F-FEA1-C169-313B-21665459A9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377C299-439C-1AD1-DE2B-B6F5BB81B4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7C07836-DD65-8E00-228D-E271E4E593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C5A78E4-08E9-0083-69D3-C2655A5166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1180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70822E-7B37-EFC6-0091-E57B1DD705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6792EB-ECD2-ADB3-C6DA-48C687C5FD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B805AB-7206-08E7-B7B1-AC2596C832D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C4D22D7-B259-F758-E079-B3D5BD8DD14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ABB1B16-BA9C-2422-12E8-B2B61EDBD08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8AC822F-C867-2F6E-0676-55661CD0DD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ACC4C58-494C-521B-75FC-1B2B738BD1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2A81D13-6A8C-D976-4268-B2FDE106A6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06253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D2A82E-CA35-48D0-97AB-BD83FDD831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C4B90ED-683E-286E-844F-A9F8527640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F950154-0ED2-F432-927B-F7C63BB7BC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7F602A2-0EFB-BB25-80D2-101AEC3048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06025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0C44774-9059-CC23-5BF2-21CFE188A8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168EF5B-931E-21DB-0B9B-FF63439474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6F68F8-C22D-BAB2-A640-6A409ECE23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20259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EF9C19-EE32-5637-16D4-A449D18C73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BCFA47-22F2-8AC0-CCA7-3217AC2D07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A22DD5F-F67D-2729-275C-E7DF4980EA3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97D5990-25B7-5F56-59FF-194F66F602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816D861-758F-E371-B43E-9CE170EC9F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581EAD5-1946-8474-DBDC-BE3F75AAAE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00421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B0E23B-7447-143D-114D-168CF9608F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5DFF00E-EB96-D9CC-0985-6D16F9F5D9C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BCE1F4B-9E80-12CB-868F-485E9C9FD74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0994CCC-9DD5-E28C-C5AE-BF710C00BC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0B7A04D-5D70-FF77-91A7-16F1E62568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6AC51D4-79B7-E558-B17A-7F1CA749B9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07285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23EE6A-FE40-E8D9-FDF4-E4DB9EAB58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F810C76-CDE9-8E80-3224-D24B8E2C991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F43D8D-4670-5E7E-2411-D34C8282F1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84705A-0580-1585-E330-DF353EF05A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962160-5425-680F-EEC9-762FED8173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99755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CDE2B0D-83E3-A6E7-23AE-DF0CEAB8C58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A18569B-C427-15B9-A857-C311912FCCE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455272-23B3-98D0-C2D3-4E35378ACE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FA7A29-DFF5-20CC-83DA-6655BF2522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9FED60-FB7D-2A40-8F62-D30E9C2A2C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72491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B7A57E2-F9B3-E82F-8783-CAD3C42F30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924860B-0AD5-99CC-7A6B-CFC2481411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DB1F70-9115-F03A-E345-C53C6524BAC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DB9A06-1F74-345A-540B-E0540F450DF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08293E-901E-6BA9-1803-974DAA2B862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73106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ns0:sld xmlns:ns0="http://schemas.openxmlformats.org/presentationml/2006/main" xmlns:ns1="http://schemas.openxmlformats.org/drawingml/2006/main" xmlns:ns2="http://schemas.microsoft.com/office/powerpoint/2010/main">
  <ns0:cSld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graphicFrame>
        <ns0:nvGraphicFramePr>
          <ns0:cNvPr id="5" name="ProbeTable"/>
          <ns0:cNvGraphicFramePr/>
          <ns0:nvPr/>
        </ns0:nvGraphicFramePr>
        <ns0:xfrm>
          <ns1:off x="914400" y="914400"/>
          <ns1:ext cx="5486400" cy="1828800"/>
        </ns0:xfrm>
        <ns1:graphic>
          <ns1:graphicData uri="http://schemas.openxmlformats.org/drawingml/2006/table">
            <ns1:tbl>
              <ns1:tblPr firstRow="1">
                <ns1:tableStyleId>{93296810-A885-4BE3-A3E7-6D5BEEA58F35}</ns1:tableStyleId>
              </ns1:tblPr>
              <ns1:tblGrid>
                <ns1:gridCol w="1828800"/>
                <ns1:gridCol w="1828800"/>
                <ns1:gridCol w="1828800"/>
              </ns1:tblGrid>
              <ns1:tr h="914400">
                <ns1:tc gridSpan="2" rowSpan="2">
                  <ns1:txBody>
                    <ns1:bodyPr/>
                    <ns1:lstStyle/>
                    <ns1:p>
                      <ns1:r>
                        <ns1:rPr sz="1200">
                          <ns1:latin typeface="Aptos"/>
                        </ns1:rPr>
                        <ns1:t>Merged block</ns1:t>
                      </ns1:r>
                    </ns1:p>
                  </ns1:txBody>
                  <ns1:tcPr/>
                </ns1:tc>
                <ns1:tc hMerge="1">
                  <ns1:txBody>
                    <ns1:bodyPr/>
                    <ns1:lstStyle/>
                    <ns1:p>
                      <ns1:r>
                        <ns1:rPr sz="1200">
                          <ns1:latin typeface="Aptos"/>
                        </ns1:rPr>
                        <ns1:t/>
                      </ns1:r>
                    </ns1:p>
                  </ns1:txBody>
                  <ns1:tcPr/>
                </ns1:tc>
                <ns1:tc>
                  <ns1:txBody>
                    <ns1:bodyPr/>
                    <ns1:lstStyle/>
                    <ns1:p>
                      <ns1:r>
                        <ns1:rPr sz="1200">
                          <ns1:latin typeface="Aptos"/>
                        </ns1:rPr>
                        <ns1:t>Right tail</ns1:t>
                      </ns1:r>
                    </ns1:p>
                  </ns1:txBody>
                  <ns1:tcPr/>
                </ns1:tc>
              </ns1:tr>
              <ns1:tr h="914400">
                <ns1:tc vMerge="1" gridSpan="2">
                  <ns1:txBody>
                    <ns1:bodyPr/>
                    <ns1:lstStyle/>
                    <ns1:p>
                      <ns1:r>
                        <ns1:rPr sz="1200">
                          <ns1:latin typeface="Aptos"/>
                        </ns1:rPr>
                        <ns1:t/>
                      </ns1:r>
                    </ns1:p>
                  </ns1:txBody>
                  <ns1:tcPr/>
                </ns1:tc>
                <ns1:tc hMerge="1" vMerge="1">
                  <ns1:txBody>
                    <ns1:bodyPr/>
                    <ns1:lstStyle/>
                    <ns1:p>
                      <ns1:r>
                        <ns1:rPr sz="1200">
                          <ns1:latin typeface="Aptos"/>
                        </ns1:rPr>
                        <ns1:t/>
                      </ns1:r>
                    </ns1:p>
                  </ns1:txBody>
                  <ns1:tcPr/>
                </ns1:tc>
                <ns1:tc>
                  <ns1:txBody>
                    <ns1:bodyPr/>
                    <ns1:lstStyle/>
                    <ns1:p>
                      <ns1:r>
                        <ns1:rPr sz="1200">
                          <ns1:latin typeface="Aptos"/>
                        </ns1:rPr>
                        <ns1:t>Below right</ns1:t>
                      </ns1:r>
                    </ns1:p>
                  </ns1:txBody>
                  <ns1:tcPr/>
                </ns1:tc>
              </ns1:tr>
            </ns1:tbl>
          </ns1:graphicData>
        </ns1:graphic>
      </ns0:graphicFrame>
    </ns0:spTree>
    <ns0:extLst>
      <ns0:ext uri="{BB962C8B-B14F-4D97-AF65-F5344CB8AC3E}">
        <ns2:creationId val="798629280"/>
      </ns0:ext>
    </ns0:extLst>
  </ns0:cSld>
  <ns0:clrMapOvr>
    <ns1:masterClrMapping/>
  </ns0:clrMapOvr>
</ns0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Joannes Vermorel</dc:creator>
  <cp:lastModifiedBy>Joannes Vermorel</cp:lastModifiedBy>
  <cp:revision>1</cp:revision>
  <dcterms:created xsi:type="dcterms:W3CDTF">2026-05-14T11:56:57Z</dcterms:created>
  <dcterms:modified xsi:type="dcterms:W3CDTF">2026-05-14T11:56:57Z</dcterms:modified>
</cp:coreProperties>
</file>