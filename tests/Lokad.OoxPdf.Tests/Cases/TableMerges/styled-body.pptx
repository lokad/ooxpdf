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 lastCol="1">
                <ns1:tableStyleId>{93296810-A885-4BE3-A3E7-6D5BEEA58F35}</ns1:tableStyleId>
              </ns1:tblPr>
              <ns1:tblGrid>
                <ns1:gridCol w="1828800"/>
                <ns1:gridCol w="1828800"/>
                <ns1:gridCol w="1828800"/>
              </ns1:tblGrid>
              <ns1:tr h="914400"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Top left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Top middle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Top right</ns1:t>
                      </ns1:r>
                    </ns1:p>
                  </ns1:txBody>
                  <ns1:tcPr/>
                </ns1:tc>
              </ns1:tr>
              <ns1:tr h="914400">
                <ns1:tc gridSpan="2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Body merged</ns1:t>
                      </ns1:r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/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Right tail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