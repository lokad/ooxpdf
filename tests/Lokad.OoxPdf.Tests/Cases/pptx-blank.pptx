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2C3E5-89FF-BCC8-982E-4694755EAE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9DFFB8-B052-4750-F040-E51EF02A4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678FDE-7C50-0A66-1A41-77020D4BF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98E97-8668-4577-2681-A4FB3D6DC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F449C-FD57-1A1C-66C4-6D3838F7D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878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EFEE3-BEC8-A84E-4205-660D7D992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FFE00-4620-7B7D-5027-10B772BCD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A003B-27D6-AA74-C5BE-07BC0856E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289967-34A6-6297-4B75-C1735704B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001C05-161C-D809-FCFF-357E72EE0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695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6E9D3-48D3-336C-9660-5242F3CBA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7C0B91-D1F7-2AF4-CD32-AF624998B9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351B4-C64F-297F-8A51-0ABF10ABD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BB27BA-29CE-5C33-F867-87D918604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4424C5-C23A-237A-C9CC-BAEE5AFF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089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7EC26-3DA9-03EB-8C4A-99F02AE94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9A024-EF29-3DF4-CEC6-F591FCF55A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64197F-3EB0-540D-C025-AE22D3322B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8CCD08-C1E3-4A5B-827E-9ADE881D4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9384E3-782C-F04E-E5A5-4EFBF15BE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BF2692-8708-A136-DA5B-56F77575A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09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BC8C4-871C-BA4B-9530-106A29173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2B2FEB-B45C-9DB7-4493-3857956D46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12921F-1D84-1320-048C-B807E14641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D7906E-D707-FB22-B7D4-5EFD073B68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CAFA31-87C0-E536-0672-55E9BA15F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FAA9E5-942F-FEEF-105E-E309F69B8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C06E8F-5A23-E3C3-ED03-24C4D9F95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2CD46-28E9-940A-B9F7-AB8FDB2C0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362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9E3F1-4922-4CA9-EA2F-D67DCCADA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E1983F-6FDC-E8BF-0340-3E9E729AA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27DAB2-8392-0F51-328D-76C6615D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FC0D2B-9CCC-E6DF-BDEA-1A1821FB2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463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B11C26-8167-0453-E79B-A949EBF5E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08F2AE-F08F-AF0A-FB41-28FF2B9E6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16109-CDF2-20AA-FF64-A46115FAD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44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41FC1-19A6-ABEE-009A-B4852CC6E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F420F-FB47-29B0-AA37-125117B09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52B021-9888-8A3E-E03E-9CD8B0CEA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F13F25-C636-8929-8819-8FFD8A27A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37CF3A-C418-79C9-ED07-2F172F459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D4368-5566-2FD8-4C7F-8FBDA1155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541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74C55-0D5A-006B-14D2-34C6F8EE8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F42B3E-00BC-FF7A-8EE4-A26A259AC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8E3CB-93A5-ADBC-D131-F56740D44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AE3D4A-EC5D-3583-AFF3-BF7FDCC04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CBAFF3-F2CC-5485-321F-B132B1C4B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FC0159-9003-5973-FC91-C705197AD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501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4FAF3-B54D-8B58-1EA6-C3F9C06AB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DFBBAF-BD6B-F259-36A1-E31142156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2C8F5-1D16-793D-CBE9-2AAF9B709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6418F-E203-A75C-0179-8904735AB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96CD5-945F-E492-9E86-0F06B55A0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821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E186B1-EB81-3C90-A246-72AEFD18F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70E9AB-B859-877C-6F2E-D3086B8528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9A57B5-C2DE-C0AA-AA66-346909390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28B10-8D23-D119-F992-E25B246B5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C6EDB-C88A-972D-9106-A89DBC19E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294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1CD31E-8AA9-DD1F-B758-9C42574BD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FB6FD-3669-ECC4-BA05-44D7A4719D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1C7BCA-6446-062E-0595-F1D2DF91DD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3F329E-F2C3-4FC1-87DF-80EBA0D93720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26E20D-F31F-FD3F-3D63-51B16DDD51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B11AD-D580-E68E-AA56-B989036C75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4C4E9-1398-414E-8DBD-9BE78B34AE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30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307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Joannes Vermorel</dc:creator>
  <cp:lastModifiedBy>Joannes Vermorel</cp:lastModifiedBy>
  <cp:revision>1</cp:revision>
  <dcterms:created xsi:type="dcterms:W3CDTF">2026-05-14T11:26:11Z</dcterms:created>
  <dcterms:modified xsi:type="dcterms:W3CDTF">2026-05-14T11:26:11Z</dcterms:modified>
</cp:coreProperties>
</file>