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D72B9-FF87-ACA7-B12B-134C268890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3B2CF-A452-0A98-0F9C-CC3EBE15B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59B7F-CC80-D389-B8EF-0097B6FE3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E87BB-BC04-4B62-E177-16DE3E47D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4EC9C-321D-1E5A-4B07-E6FEF4571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45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84931-F12D-EDD5-E8D0-7201FA9FB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17B77-9C5B-440F-3DFA-4D38F0604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09D75-6112-8FE8-F81E-F8E4AA11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65CA04-8B89-467E-3F14-AFD60052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C4925-2208-55A9-690D-2DD470F7B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863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6095E-62FD-21F6-2E2B-7B17BF53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47F80F-58F6-1627-B8B4-0818A91438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C4F434-4827-EED1-AFFC-A39180AFC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BAB19-FBBD-BECE-DD36-9B0902406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26071-C019-B388-9B20-A627587A4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01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9BCAD-2800-126F-E1E4-253CACC3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88879-87D3-E257-85D8-F947B15B33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13909-1D0D-9BF7-BC41-CAD18230BB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0920F5-2570-B826-F8B0-5C68B4817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DC1CD-3251-DAA0-A9E7-3E6103A3B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DDC890-65C0-851F-E149-E423DF239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305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3CE81-2770-9323-9AE9-5E36D667E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037D7-280E-28BA-21FA-0CCF5D46E2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85550-EA6C-1031-62B9-AB8C309374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C65EED-A775-21A9-3292-FC264D76DF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D3E6ED-0718-013B-ACFC-6429EF9D57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52495D-6747-2BB4-49EA-79DF8BC19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183E17-9366-C5A5-5FA5-9962BB2E5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4DCCF7-F424-BEEE-DB92-B74D6C504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01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88770-0121-E8C1-D515-812D2A094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27B6E6-7B1A-3C2A-4775-7C8B32E75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09056E-D293-4451-3C2A-45161077C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02062-94D1-71E6-EF00-3D66B4929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41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A475D4-B511-5DA8-6AA5-9D4F07906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3C8573-E078-9FA0-2CC7-05B35B0A3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762DF-C334-C877-5A32-D91C89A73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40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A98CE-20D1-FB28-F54B-41F1F3FF9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9A833-7679-D0E4-2009-2E3119835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3C0431-B3CE-A85F-9F10-C60EFF94EE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06073F-B7BE-532E-9630-FDA339526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0F1D0B-26A2-A37F-A86D-75E70F784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3B46B1-1FA2-C9DA-B78E-6CAFD4F8E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399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9DEAD-5E6F-BC6D-F715-7905FFA7A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D421E2-AA41-2F78-7AB4-789EF983BC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9DAB4-2FB0-8879-113B-2538E68639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8CE92E-F428-2DD4-E1E6-58D4DDCE8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0A778C-4806-DB66-C450-DD961589C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A9F7C9-6158-E068-6CBF-4BBBE611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450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7439-1DD1-31D9-E6C8-06D3293C9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A188A-9B1D-9826-9BA5-748DEF7DA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1695A-F3B9-4952-C817-1D2A7D6B2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88DBC-AAC8-ED1E-9FBA-E3254189E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0ABBD-A5EC-295C-0411-CBD6B61FD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956CC4-182E-38A9-D1F6-99F2A677AD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C891B-B838-B557-C23D-00856800A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107DB-DAC7-190E-9AA5-0F02421BD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D80D9-32E7-6CDF-F33D-0F736D4F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DC294-A773-E551-6E04-DEB80A8AD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81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0BE87B-8B5D-E4C1-3E13-20DD49202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A42AD-27F1-28E8-162B-7662132B8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85062-32A8-8585-363E-D3B6C519A2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3911C1-3A98-4A4A-AB0A-8F4CBA820BBB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B5B07-097C-6480-BD78-4CB0DA7B2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9E8EB9-8547-C00C-D465-884E0CD53F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514CDA-1E74-420B-BC3B-A7D966BDE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790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382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2026-05-14T11:42:08Z</dcterms:created>
  <dcterms:modified xsi:type="dcterms:W3CDTF">2026-05-14T11:42:08Z</dcterms:modified>
</cp:coreProperties>
</file>