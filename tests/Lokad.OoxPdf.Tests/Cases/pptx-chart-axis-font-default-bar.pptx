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bar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90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35</c:v>
                </c:pt>
                <c:pt idx="2">
                  <c:v>80</c:v>
                </c:pt>
                <c:pt idx="3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6923855"/>
        <c:axId val="1072605871"/>
      </c:bar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  <c:max val="107"/>
        </c:scaling>
        <c:delete val="0"/>
        <c:axPos val="l"/>
        <c:majorGridlines/>
        <c:minorGridlines>
          <c:spPr>
            <a:ln w="19050"/>
          </c:spPr>
        </c:minorGridlines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  <c:majorUnit val="20"/>
        <c:minorUnit val="4"/>
      </c:valAx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