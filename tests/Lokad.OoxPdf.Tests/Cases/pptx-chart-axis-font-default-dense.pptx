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6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2">
                  <c:v>31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DB-4CCA-B548-DE63C06170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90</c:v>
                </c:pt>
                <c:pt idx="2">
                  <c:v>45</c:v>
                </c:pt>
                <c:pt idx="3">
                  <c:v>70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Forecast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</c:v>
                </c:pt>
                <c:pt idx="1">
                  <c:v>35</c:v>
                </c:pt>
                <c:pt idx="2">
                  <c:v>80</c:v>
                </c:pt>
                <c:pt idx="3">
                  <c:v>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6923855"/>
        <c:axId val="1072605871"/>
      </c:lineChart>
      <c:catAx>
        <c:axId val="3869238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72605871"/>
        <c:crosses val="autoZero"/>
        <c:auto val="1"/>
        <c:lblAlgn val="ctr"/>
        <c:lblOffset val="100"/>
        <c:noMultiLvlLbl val="0"/>
      </c:catAx>
      <c:valAx>
        <c:axId val="1072605871"/>
        <c:scaling>
          <c:orientation val="minMax"/>
          <c:max val="107"/>
        </c:scaling>
        <c:delete val="0"/>
        <c:axPos val="l"/>
        <c:majorGridlines/>
        <c:minorGridlines>
          <c:spPr>
            <a:ln w="19050"/>
          </c:spPr>
        </c:minorGridlines>
        <c:numFmt formatCode="General" sourceLinked="1"/>
        <c:majorTickMark val="out"/>
        <c:minorTickMark val="none"/>
        <c:tickLblPos val="nextTo"/>
        <c:crossAx val="386923855"/>
        <c:crosses val="autoZero"/>
        <c:crossBetween val="between"/>
        <c:majorUnit val="10"/>
        <c:minorUnit val="4"/>
      </c:valAx>
    </c:plotArea>
    <c:plotVisOnly val="1"/>
    <c:dispBlanksAs val="span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7E288-2F68-039F-FDA4-E91A9E63E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44698B-AF43-73E2-14D0-5836C7CDB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8F7B5-F373-DD91-6FB2-A83CB496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75601-8390-3A53-530A-7CE1059B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FC387-C34B-47CC-F1F1-AE84E451A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8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F237-A1A6-6B1D-BE8E-6A2B30C3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23DE5-CBE1-2ECE-F827-046EAAB3E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DBA91-2F5F-D917-F79A-24C4E5FF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678BA-29E3-465D-7F7C-1E6CD86F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94297-3C93-C525-1894-ABA60664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0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550E-775F-8CDC-3479-098DAFDE5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1CAE6-8263-5CE6-8277-D812FBB83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32FEE-9186-F2CD-5F1E-CB94647E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FE2BC-4793-F6E6-308A-5F4DDC75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A7BC7-BF0A-AC82-FE41-22BBDBC22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1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6F2D-09A5-E0CA-7F0B-8CAC0972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1153C-CFD8-3A11-C5AB-ACE93321E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501AB-9180-953E-3E6D-07328CE17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684E1-6B5B-F970-74DC-22B6E48F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63B14-3460-2983-A9C1-A9515D1F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C1157-AABE-ED03-74CB-9DE23B1A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8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EDBE-6345-0602-0EF2-086CEE21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3FDD5-4C93-A254-BA1C-357877BAD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442D8-419A-48F2-390E-CC3E5F320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608D92-96F9-1345-81D4-3DF84D259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5B718-34F6-33BA-E11C-70E63D9B6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0E769-949F-1E37-0017-F893507B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F445E0-5681-D343-4B4B-6413A397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FECD6-A00C-9F6D-6FB5-D5928CDF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5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6ECC-A23F-1810-3FCB-7D1B4EB3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C6D22C-459A-D1CD-2DB0-C726214CA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868FF-5B2B-1282-73E8-976C37FC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56A19-FB46-81DD-C020-501CF2D7B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767BB-1F57-E85B-A93F-00BF2D9B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8A6E2-E85E-5000-4472-3A24D0D8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66896-1B12-00A1-5A58-7DD83B750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2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5839-F9AC-25CF-3CBF-386EC2E79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B0150-4501-9D29-3A3D-5D15AC5E5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3EB2C-F6AF-0DFF-1EBC-CBAB36293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75930-9C37-DCCD-31B2-B09282425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AFE03-36BD-DCDA-37E2-A644060C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F6591-8756-9317-8607-B9670153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6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5F822-2225-5892-04E0-189317070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F13D37-6CBE-C484-72B9-2CADF5D88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D8E39-FFF8-8B11-B6F0-FAF99C10D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95CB2-EB8F-B3DC-25C8-CB4B79E6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7896B-C6F9-1B4A-7CC2-8C8D8EF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7376F-78F5-67FC-D41A-C02503A1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E90B9-2A12-D156-0B2F-2CBEE716A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B0248-0C28-CCCB-C001-2992F3DBD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8A1B8-BF9C-44AA-6474-2D8B47CC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EB3B6-94E1-D3FE-DC3A-DCB3F6CD3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98F1F-7548-20AA-FFB2-28791ED5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5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5E6AE7-5B64-CE4E-EB49-3F7587BB7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FB1B7-FE3B-107A-D80B-09F4DC418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3AC70-362B-8742-5259-E721FA1CC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F3E05-08BA-7F69-5AC9-DE806840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1B33C-CE9A-ACA9-2572-AEDDEFE2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95331-E643-FF05-5B56-09591C5F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1685F-9A6B-565C-325D-AC5ACDA4C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70A7A-C5A1-0119-2AB2-2D7DDFEF6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CA7CD-761B-5BF3-7C6D-3314B3F69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26156-2F02-A711-1DB8-D32C8B03E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E426F80-9497-CEB2-D85B-43285E1210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6087528"/>
              </p:ext>
            </p:extLst>
          </p:nvPr>
        </p:nvGraphicFramePr>
        <p:xfrm>
          <a:off x="1524000" y="838200"/>
          <a:ext cx="68580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98820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2</cp:revision>
  <dcterms:created xsi:type="dcterms:W3CDTF">2026-09-25T05:00:54Z</dcterms:created>
  <dcterms:modified xsi:type="dcterms:W3CDTF">2026-09-25T05:01:16Z</dcterms:modified>
</cp:coreProperties>
</file>