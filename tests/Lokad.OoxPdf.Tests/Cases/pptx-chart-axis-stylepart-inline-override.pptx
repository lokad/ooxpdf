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CD-40A8-B897-0C6FF8B736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38100">
        <a:solidFill>
          <a:srgbClr val="CC2244"/>
        </a:solidFill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25400">
        <a:solidFill>
          <a:srgbClr val="228844"/>
        </a:solidFill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2026-05-16T12:52:24Z</dcterms:created>
  <dcterms:modified xsi:type="dcterms:W3CDTF">2026-05-16T12:52:24Z</dcterms:modified>
</cp:coreProperties>
</file>