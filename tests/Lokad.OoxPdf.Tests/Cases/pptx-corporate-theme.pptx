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9684-66D4-D8B1-0D4A-BECB5D26A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7B370-710A-51B9-29B8-0AA81395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D1689-5140-389F-E6D2-EAD4166E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8FE6F-E7B4-4EF7-FFAD-74103948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0BDA-BAC9-1837-2284-55C5FB2D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4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B9C3-FA17-CCB2-51FC-6506BF25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2715-B2B1-11E5-A061-EE2469980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C328-BB25-7A1A-E5D8-8BCE2275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1C60C-C770-32B8-AB82-981BF948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5E21D-C4BC-A2C4-CCD7-660658CE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37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CC40-D3EF-B67E-1CDA-4FF2D777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272A7-EB24-A248-BDDF-FE828EC95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24EDB-D876-6A37-FFB5-91DADC71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AC9D7-83D3-981C-1471-A44B8EE3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9EA23-9346-63D8-C471-03E59E48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5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04AE-1042-F285-9AB0-092F67B4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EE50-2BFC-973E-AF5F-198F9AFC2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52A1D-42E2-3F03-4404-04725A19F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30F17-0F76-F4C5-B54B-FD9CED24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B6D22-36DD-3B00-DFAC-FD2E5B63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4F1CF-95D6-E63B-7405-60060774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1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17F6-347F-1573-EA8A-48572E1B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2B71B-5549-5BE3-69EF-5E66C00FB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3DE86-C9B6-A7A4-6ED8-D67DF69AB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631EB-3F5B-4299-47FD-2126F0E61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4BEBC-2BEE-1A9C-F7EF-013C80F36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FD199-BB76-E2E5-14A7-2608A711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D0492-146A-884F-98C8-6E22D377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99730-92C0-F24D-F37C-2293B19E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9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35D5-B18D-82A2-5D34-ECFC2254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F1A4F-7D52-8363-6ADA-338754C0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ED5D7-F20A-4537-9A9F-8957E463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15F83-F325-8184-75E4-05099290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6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6879B-58AA-82BC-7977-6513E295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2B678-8991-5AEC-30D0-5D764687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F1E75-B73B-E1EA-F2D6-71045DD1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9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F984-A590-6BE3-2366-CE99024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89F34-8107-F405-AD88-E571F4EA0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B0E8C-1B39-0DD0-3478-8599E97DE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4ECCD-680C-F0B3-F7AE-CAB71BD5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2271B-A88C-89B3-7187-F909392C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0E05C-F1E1-C721-8EB4-A41120AC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0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BBCE-3E6C-6EAD-2F89-1B4AB29D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1B61A-846D-8967-DD23-A9DD9CC9C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F916E-1727-46C1-F517-8D2296665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1970C-1888-4526-0889-55E1A8F9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FEA29-FF2D-3CC1-1E89-3F923BCE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17BDB-370F-F945-FDB5-39FDD2F0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0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F7D24-5153-5AA5-62D1-6804DB76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B3582-4219-6EF3-B92B-A65054391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C8E3-7B04-113D-A683-BE36FDF6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39C5-A315-1460-FB98-382DAD50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C9084-AF40-1D36-0A50-F61CAC62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3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1D784-D401-7336-5777-D36858015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F4211-3699-0E48-FFF5-18AD02D76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BF7CC-473D-F3D7-1E00-3D358879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FB927-8CF8-FDB3-D3F9-0A356DEB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1A75D-7BBA-ADB7-CB96-DA501DE0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8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FEE3A-20B1-6D89-8713-16FCC76A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0EBC6-5DA2-6041-2DEE-27A56C08B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C9860-2820-D188-A5FE-AF2520020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4E776-7C8C-459E-809B-0F2E80E78F2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3A00C-EB4F-6D7B-39E7-7A38C4FFF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10E71-4DAC-3826-1741-886C1D853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278B7-A431-4CE8-9A2F-64932CF4852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DCE6F2-9E08-F30E-7D69-0A16EC74ADED}"/>
              </a:ext>
            </a:extLst>
          </p:cNvPr>
          <p:cNvSpPr/>
          <p:nvPr userDrawn="1"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2CC14-647A-F900-CD9A-17E6E4175357}"/>
              </a:ext>
            </a:extLst>
          </p:cNvPr>
          <p:cNvSpPr/>
          <p:nvPr userDrawn="1"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A4F216-4AAE-6398-4782-05E6404884B1}"/>
              </a:ext>
            </a:extLst>
          </p:cNvPr>
          <p:cNvSpPr txBox="1"/>
          <p:nvPr userDrawn="1"/>
        </p:nvSpPr>
        <p:spPr>
          <a:xfrm>
            <a:off x="685800" y="6197600"/>
            <a:ext cx="777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5F5F"/>
                </a:solidFill>
                <a:latin typeface="Aptos" panose="020B0004020202020204" pitchFamily="34" charset="0"/>
              </a:rPr>
              <a:t>Quarterly operating review</a:t>
            </a:r>
          </a:p>
        </p:txBody>
      </p:sp>
    </p:spTree>
    <p:extLst>
      <p:ext uri="{BB962C8B-B14F-4D97-AF65-F5344CB8AC3E}">
        <p14:creationId xmlns:p14="http://schemas.microsoft.com/office/powerpoint/2010/main" val="336763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D8E9-224E-BAD7-3BFC-2ABC9CAD8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68AB1-35E1-C10F-7DBB-7F91EAD3F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BA2EB-7F4B-682F-8449-916E76A3D8F2}"/>
              </a:ext>
            </a:extLst>
          </p:cNvPr>
          <p:cNvSpPr txBox="1"/>
          <p:nvPr/>
        </p:nvSpPr>
        <p:spPr>
          <a:xfrm>
            <a:off x="685800" y="355600"/>
            <a:ext cx="77724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Aptos Display" panose="020B0004020202020204" pitchFamily="34" charset="0"/>
              </a:rPr>
              <a:t>Regional growth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12227-D0E1-939F-AD77-498E7754B67B}"/>
              </a:ext>
            </a:extLst>
          </p:cNvPr>
          <p:cNvSpPr txBox="1"/>
          <p:nvPr/>
        </p:nvSpPr>
        <p:spPr>
          <a:xfrm>
            <a:off x="685800" y="1422400"/>
            <a:ext cx="533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2D2D2D"/>
                </a:solidFill>
                <a:latin typeface="Aptos" panose="020B0004020202020204" pitchFamily="34" charset="0"/>
              </a:rPr>
              <a:t>The themed master supplies the banner, rule, background, and footer while the slide carries local KPI content.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89A23-6049-32C9-DD59-7CB5F455A067}"/>
              </a:ext>
            </a:extLst>
          </p:cNvPr>
          <p:cNvSpPr/>
          <p:nvPr/>
        </p:nvSpPr>
        <p:spPr>
          <a:xfrm>
            <a:off x="685800" y="274320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1F4E79"/>
                </a:solidFill>
                <a:latin typeface="Aptos" panose="020B0004020202020204" pitchFamily="34" charset="0"/>
              </a:rPr>
              <a:t>North</a:t>
            </a:r>
          </a:p>
          <a:p>
            <a:pPr algn="ctr"/>
            <a:r>
              <a:rPr lang="en-US" sz="2400">
                <a:solidFill>
                  <a:srgbClr val="1F4E79"/>
                </a:solidFill>
                <a:latin typeface="Aptos" panose="020B0004020202020204" pitchFamily="34" charset="0"/>
              </a:rPr>
              <a:t>+14%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5A3787-8DD8-511F-AB98-26DDC4C56C41}"/>
              </a:ext>
            </a:extLst>
          </p:cNvPr>
          <p:cNvSpPr/>
          <p:nvPr/>
        </p:nvSpPr>
        <p:spPr>
          <a:xfrm>
            <a:off x="5486400" y="2590800"/>
            <a:ext cx="2057400" cy="1600200"/>
          </a:xfrm>
          <a:prstGeom prst="ellips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Plan on track</a:t>
            </a:r>
          </a:p>
        </p:txBody>
      </p:sp>
    </p:spTree>
    <p:extLst>
      <p:ext uri="{BB962C8B-B14F-4D97-AF65-F5344CB8AC3E}">
        <p14:creationId xmlns:p14="http://schemas.microsoft.com/office/powerpoint/2010/main" val="297507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2026-05-14T13:06:49Z</dcterms:created>
  <dcterms:modified xsi:type="dcterms:W3CDTF">2026-05-14T13:06:49Z</dcterms:modified>
</cp:coreProperties>
</file>