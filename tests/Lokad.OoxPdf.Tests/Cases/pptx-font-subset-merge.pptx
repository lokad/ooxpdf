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D72E-9574-F8BE-AE00-B2CF56BD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FAF84-0090-EDDE-E928-359FA16F0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062E2-7282-52B8-FF7B-C711E9F1E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A2CE7-20F3-A5BA-B218-28FBC200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BE658-FA01-AF43-5D91-67B30CD9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7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F851-8036-347E-DB9C-E55FE20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D94C9-1388-DB74-B8EA-A717F2AB2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AB573-0844-7506-C095-D9A12FD4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A37F2-8C58-3D9B-044C-D4CB3E0C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CC2CB-FC9F-26CB-0EE1-16B38158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6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4C5C-0581-02F7-081E-B0EA0EE2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30712-A2E9-00AF-7B39-577FA1971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54D2E-A383-2C2F-EDE1-746640D8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CF9F5-A9F1-D679-CD6B-7DD64F17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658A-3400-4E76-6CD7-21FDEBB3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AC3F-64AC-CDF6-C1CA-02B7B3118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90CD-8963-4542-E2CB-B330ED41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D7128-99E0-2FE4-4A0F-B2BA7B410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B9578-1675-9448-EEE2-C10F904E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4CC40-9122-6BB3-3E9A-0D551F24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644B6-B954-D8A4-B418-7D18835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8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67D9-CEF6-E605-775E-21C727BC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6218-E87B-944B-A470-DFB9A2D53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C6DA7-A037-4870-10E7-EE92DB901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CD019-004E-0D34-7185-BB82E535E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AF07C-032E-E8ED-49C4-4705F5E1C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8836C9-FE7A-CE8D-3391-D96DF3EC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7FA2-D21A-4B02-08BF-95D099A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AC371-DD87-47A3-5919-17259565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5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6F0D-A3F4-CA40-D5C3-C55B01ED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3963A-A497-18E2-BA78-526ADB0D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B0F86-1F34-1CC7-ADB7-8C4D5966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149C3-F73D-4113-2804-AA1FDAF1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4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C0AD2-3316-2C79-A420-E0E80B2B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78BEC-4B23-75C5-54DD-06D51930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D78AE-F17F-B241-F855-0592AC8E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1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C7E3-E29C-F647-08FC-C46DB383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604B1-A493-09DC-029D-81127EAC0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C6DA0-87E0-36A5-B661-005DA7A9B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0EAF9-4CFE-2451-E089-735C25DC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8E0A5-1E8D-0713-59CB-CE3FF60C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A3C8A-20C4-22C1-1120-A31CCF5E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8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D464-46AB-40C9-F866-EA115D83B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44174-0D92-8B53-4DEF-EFFE5F9F8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6782-DA7F-5AD1-79A9-FCE95459B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C7CE-BDA0-7946-CD0D-197447E8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2C74-4A31-AC24-97B0-0192AE39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C764A-5C9A-39B4-DB15-30AECFD9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3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8C04-B5BA-F78D-BD17-FE25ACBD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5B68B-27E7-8A3A-280B-43D1E9A42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0AB4-373E-0F46-7E6D-DDA7E3D5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DF192-C80E-FD99-7F19-566FC1E6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5E2BF-C995-0DB9-331A-A140BE06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215D6-5DBF-1CB8-6401-4BD8CE750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ACA9D-EF81-727E-29C5-03417658F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F38FA-9B6D-52BB-8371-9A91E1D8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0912A-319D-DF91-7043-6C4504E3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52AC-2E86-99FA-7F01-1BA22336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7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7E8D2-7BCA-59BF-84B8-86871BBC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6B222-82F2-5BA1-701B-D1B148D4E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714A6-2706-BB3F-617C-DAF845C21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F5A9A-39A2-4C78-B6F3-E9CC27A76FE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4BA6F-6B4F-0821-630A-EBB123B6C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498D5-1A39-4FD8-D937-C22FD5955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A4E44-A60B-4220-8843-7401E6525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8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A2897-C5D2-1642-591A-48E6F18353FA}"/>
              </a:ext>
            </a:extLst>
          </p:cNvPr>
          <p:cNvSpPr txBox="1"/>
          <p:nvPr/>
        </p:nvSpPr>
        <p:spPr>
          <a:xfrm>
            <a:off x="914400" y="914400"/>
            <a:ext cx="73152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sz="3600">
                <a:solidFill>
                  <a:srgbClr val="2F80ED"/>
                </a:solidFill>
                <a:latin typeface="Cambria Math" panose="020B0604020202020204" pitchFamily="34" charset="0"/>
              </a:rPr>
              <a:t>ABCDEF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E72AC-4ECB-2AD2-ECA2-1E2B98461F83}"/>
              </a:ext>
            </a:extLst>
          </p:cNvPr>
          <p:cNvSpPr txBox="1"/>
          <p:nvPr/>
        </p:nvSpPr>
        <p:spPr>
          <a:xfrm>
            <a:off x="914400" y="2286000"/>
            <a:ext cx="7315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1E1E1E"/>
                </a:solidFill>
                <a:latin typeface="Cambria Math" panose="020B0604020202020204" pitchFamily="34" charset="0"/>
              </a:rPr>
              <a:t>xyz 123</a:t>
            </a:r>
          </a:p>
        </p:txBody>
      </p:sp>
    </p:spTree>
    <p:extLst>
      <p:ext uri="{BB962C8B-B14F-4D97-AF65-F5344CB8AC3E}">
        <p14:creationId xmlns:p14="http://schemas.microsoft.com/office/powerpoint/2010/main" val="26568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