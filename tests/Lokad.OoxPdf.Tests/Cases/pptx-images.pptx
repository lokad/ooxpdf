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0A347-F5C4-B690-25A9-F38EC5EB32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828800"/>
            <a:ext cx="54864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4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