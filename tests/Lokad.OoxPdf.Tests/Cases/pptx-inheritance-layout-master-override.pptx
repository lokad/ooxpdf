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.xml" ContentType="application/vnd.openxmlformats-officedocument.presentationml.slide+xml"/>
  <ns0:Override PartName="/ppt/slideMasters/slideMaster2.xml" ContentType="application/vnd.openxmlformats-officedocument.presentationml.slideMaster+xml"/>
  <ns0:Override PartName="/ppt/theme/theme2.xml" ContentType="application/vnd.openxmlformats-officedocument.them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  <p:sldId id="257" r:id="slide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master1" Type="http://schemas.openxmlformats.org/officeDocument/2006/relationships/slideMaster" Target="slideMasters/slideMaster1.xml" /><ns0:Relationship Id="master2" Type="http://schemas.openxmlformats.org/officeDocument/2006/relationships/slideMaster" Target="slideMasters/slideMaster2.xml" /><ns0:Relationship Id="slide1" Type="http://schemas.openxmlformats.org/officeDocument/2006/relationships/slide" Target="slides/slide1.xml" /><ns0:Relationship Id="slide2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2.xml" /></ns0: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 showMasterSp="0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blank" preserve="1" showMasterSp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ns0:Relationship Id="theme" Type="http://schemas.openxmlformats.org/officeDocument/2006/relationships/theme" Target="../theme/theme1.xml" /></ns0:Relationships>
</file>

<file path=ppt/slideMasters/_rels/slideMaster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ns0:Relationship Id="theme" Type="http://schemas.openxmlformats.org/officeDocument/2006/relationships/theme" Target="../theme/theme2.xml" /></ns0:Relationships>
</file>

<file path=ppt/slideMasters/slideMaster1.xml><?xml version="1.0" encoding="utf-8"?>
<p:sldMaster xmlns:a="http://schemas.openxmlformats.org/drawingml/2006/main" xmlns:ns2="http://schemas.microsoft.com/office/powerpoint/2010/main" xmlns:ns3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ns2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ns3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ns2="http://schemas.microsoft.com/office/powerpoint/2010/main" xmlns:ns3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ns2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ns3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/ns0:Relationships>
</file>

<file path=ppt/slides/slide1.xml><?xml version="1.0" encoding="utf-8"?>
<p:sld xmlns:ns1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ns1:xfrm>
            <ns1:off x="762000" y="635000"/>
            <ns1:ext cx="7620000" cy="762000"/>
          </ns1:xfrm>
          <ns1:prstGeom prst="rect"/>
          <ns1:noFill/>
          <ns1:ln>
            <ns1:noFill/>
          </ns1:ln>
        </p:spPr>
        <p:txBody>
          <ns1:bodyPr/>
          <ns1:lstStyle/>
          <ns1:p>
            <ns1:r>
              <ns1:rPr sz="2400">
                <ns1:solidFill>
                  <ns1:srgbClr val="000000"/>
                </ns1:solidFill>
                <ns1:latin typeface="Arial"/>
              </ns1:rPr>
              <ns1:t>Public master-theme control 1</ns1:t>
            </ns1:r>
          </ns1:p>
        </p:txBody>
      </p:sp>
    </p:spTree>
  </p:cSld>
  <p:clrMapOvr>
    <ns1:masterClrMapping/>
  </p:clrMapOvr>
</p:sld>
</file>

<file path=ppt/slides/slide2.xml><?xml version="1.0" encoding="utf-8"?>
<p:sld xmlns:ns1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ns1:xfrm>
            <ns1:off x="762000" y="635000"/>
            <ns1:ext cx="7620000" cy="762000"/>
          </ns1:xfrm>
          <ns1:prstGeom prst="rect"/>
          <ns1:noFill/>
          <ns1:ln>
            <ns1:noFill/>
          </ns1:ln>
        </p:spPr>
        <p:txBody>
          <ns1:bodyPr/>
          <ns1:lstStyle/>
          <ns1:p>
            <ns1:r>
              <ns1:rPr sz="2400">
                <ns1:solidFill>
                  <ns1:srgbClr val="000000"/>
                </ns1:solidFill>
                <ns1:latin typeface="Arial"/>
              </ns1:rPr>
              <ns1:t>Public master-theme control 2</ns1:t>
            </ns1:r>
          </ns1:p>
        </p:txBody>
      </p:sp>
    </p:spTree>
  </p:cSld>
  <p:clrMapOvr>
    <ns1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ppt/theme/theme2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0E2841"/>
      </ns0:dk2>
      <ns0:lt2>
        <ns0:srgbClr val="E8E8E8"/>
      </ns0:lt2>
      <ns0:accent1>
        <ns0:srgbClr val="FF0000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Aptos Display" panose="02110004020202020204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ajorFont>
      <ns0:minorFont>
        <ns0:latin typeface="Aptos" panose="02110004020202020204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  <ns0:ln w="2540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  <ns0:extLst>
    <ns0:ext uri="{05A4C25C-085E-4340-85A3-A5531E510DB2}">
      <ns1:themeFamily name="Office Theme" id="{2E142A2C-CD16-42D6-873A-C26D2A0506FA}" vid="{1BDDFF52-6CD6-40A5-AB3C-68EB2F1E4D0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