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slides/slide2.xml" ContentType="application/vnd.openxmlformats-officedocument.presentationml.slide+xml"/>
  <ns0:Override PartName="/ppt/slideMasters/slideMaster2.xml" ContentType="application/vnd.openxmlformats-officedocument.presentationml.slideMaster+xml"/>
  <ns0:Override PartName="/ppt/theme/theme2.xml" ContentType="application/vnd.openxmlformats-officedocument.them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master1"/>
    <p:sldMasterId id="2147483649" r:id="master2"/>
  </p:sldMasterIdLst>
  <p:sldIdLst>
    <p:sldId id="256" r:id="slide1"/>
    <p:sldId id="257" r:id="slide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?>
<ns0:Relationships xmlns:ns0="http://schemas.openxmlformats.org/package/2006/relationships"><ns0:Relationship Id="master1" Type="http://schemas.openxmlformats.org/officeDocument/2006/relationships/slideMaster" Target="slideMasters/slideMaster1.xml" /><ns0:Relationship Id="master2" Type="http://schemas.openxmlformats.org/officeDocument/2006/relationships/slideMaster" Target="slideMasters/slideMaster2.xml" /><ns0:Relationship Id="slide1" Type="http://schemas.openxmlformats.org/officeDocument/2006/relationships/slide" Target="slides/slide1.xml" /><ns0:Relationship Id="slide2" Type="http://schemas.openxmlformats.org/officeDocument/2006/relationships/slide" Target="slides/slide2.xml" /></ns0:Relationships>
</file>

<file path=ppt/slideLayouts/_rels/slideLayout1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master" Type="http://schemas.openxmlformats.org/officeDocument/2006/relationships/slideMaster" Target="../slideMasters/slideMaster2.xml" /></ns0: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 showMasterSp="0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blank" preserve="1" showMasterSp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ns0:Relationship Id="theme" Type="http://schemas.openxmlformats.org/officeDocument/2006/relationships/theme" Target="../theme/theme1.xml" /></ns0:Relationships>
</file>

<file path=ppt/slideMasters/_rels/slideMaster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ns0:Relationship Id="theme" Type="http://schemas.openxmlformats.org/officeDocument/2006/relationships/theme" Target="../theme/theme2.xml" /></ns0:Relationships>
</file>

<file path=ppt/slideMasters/slideMaster1.xml><?xml version="1.0" encoding="utf-8"?>
<p:sldMaster xmlns:a="http://schemas.openxmlformats.org/drawingml/2006/main" xmlns:ns2="http://schemas.microsoft.com/office/powerpoint/2010/main" xmlns:ns3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ns2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ns3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ns2="http://schemas.microsoft.com/office/powerpoint/2010/main" xmlns:ns3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 accent rectangle"/>
          <p:cNvSpPr/>
          <p:nvPr/>
        </p:nvSpPr>
        <p:spPr>
          <a:xfrm>
            <a:off x="1524000" y="2032000"/>
            <a:ext cx="3810000" cy="2032000"/>
          </a:xfrm>
          <a:prstGeom prst="rect"/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ns2:creationId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ns3:id="layout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layout" Type="http://schemas.openxmlformats.org/officeDocument/2006/relationships/slideLayout" Target="../slideLayouts/slideLayout2.xml" /></ns0: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a:xfrm>
            <a:off x="762000" y="635000"/>
            <a:ext cx="7620000" cy="762000"/>
          </a:xfrm>
          <a:prstGeom prst="rect"/>
          <a:noFill/>
          <a:ln>
            <a:noFill/>
          </a:ln>
        </p:spPr>
        <p:txBody>
          <a:bodyPr/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Public master-theme control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ublic label"/>
          <p:cNvSpPr txBox="1"/>
          <p:nvPr/>
        </p:nvSpPr>
        <p:spPr>
          <a:xfrm>
            <a:off x="762000" y="635000"/>
            <a:ext cx="7620000" cy="762000"/>
          </a:xfrm>
          <a:prstGeom prst="rect"/>
          <a:noFill/>
          <a:ln>
            <a:noFill/>
          </a:ln>
        </p:spPr>
        <p:txBody>
          <a:bodyPr/>
          <a:lstStyle/>
          <a:p>
            <a:r>
              <a:rPr sz="2400">
                <a:solidFill>
                  <a:srgbClr val="000000"/>
                </a:solidFill>
                <a:latin typeface="Arial"/>
              </a:rPr>
              <a:t>Public master-theme control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F0000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ns1:themeFamily name="Office Theme" id="{2E142A2C-CD16-42D6-873A-C26D2A0506FA}" vid="{1BDDFF52-6CD6-40A5-AB3C-68EB2F1E4D0A}"/>
    </a:ext>
  </a:extLst>
</a:theme>
</file>

<file path=ppt/theme/theme2.xml><?xml version="1.0" encoding="utf-8"?>
<ns0:theme xmlns:ns0="http://schemas.openxmlformats.org/drawingml/2006/main" xmlns:ns1="http://schemas.microsoft.com/office/thememl/2012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0E2841"/>
      </ns0:dk2>
      <ns0:lt2>
        <ns0:srgbClr val="E8E8E8"/>
      </ns0:lt2>
      <ns0:accent1>
        <ns0:srgbClr val="FF0000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Aptos Display" panose="02110004020202020204"/>
        <ns0:ea typeface=""/>
        <ns0:cs typeface=""/>
        <ns0:font script="Jpan" typeface="游ゴシック Light"/>
        <ns0:font script="Hang" typeface="맑은 고딕"/>
        <ns0:font script="Hans" typeface="等线 Light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  <ns0:font script="Armn" typeface="Arial"/>
        <ns0:font script="Bugi" typeface="Leelawadee UI"/>
        <ns0:font script="Bopo" typeface="Microsoft JhengHei"/>
        <ns0:font script="Java" typeface="Javanese Text"/>
        <ns0:font script="Lisu" typeface="Segoe UI"/>
        <ns0:font script="Mymr" typeface="Myanmar Text"/>
        <ns0:font script="Nkoo" typeface="Ebrima"/>
        <ns0:font script="Olck" typeface="Nirmala UI"/>
        <ns0:font script="Osma" typeface="Ebrima"/>
        <ns0:font script="Phag" typeface="Phagspa"/>
        <ns0:font script="Syrn" typeface="Estrangelo Edessa"/>
        <ns0:font script="Syrj" typeface="Estrangelo Edessa"/>
        <ns0:font script="Syre" typeface="Estrangelo Edessa"/>
        <ns0:font script="Sora" typeface="Nirmala UI"/>
        <ns0:font script="Tale" typeface="Microsoft Tai Le"/>
        <ns0:font script="Talu" typeface="Microsoft New Tai Lue"/>
        <ns0:font script="Tfng" typeface="Ebrima"/>
      </ns0:majorFont>
      <ns0:minorFont>
        <ns0:latin typeface="Aptos" panose="02110004020202020204"/>
        <ns0:ea typeface=""/>
        <ns0:cs typeface=""/>
        <ns0:font script="Jpan" typeface="游ゴシック"/>
        <ns0:font script="Hang" typeface="맑은 고딕"/>
        <ns0:font script="Hans" typeface="等线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  <ns0:font script="Armn" typeface="Arial"/>
        <ns0:font script="Bugi" typeface="Leelawadee UI"/>
        <ns0:font script="Bopo" typeface="Microsoft JhengHei"/>
        <ns0:font script="Java" typeface="Javanese Text"/>
        <ns0:font script="Lisu" typeface="Segoe UI"/>
        <ns0:font script="Mymr" typeface="Myanmar Text"/>
        <ns0:font script="Nkoo" typeface="Ebrima"/>
        <ns0:font script="Olck" typeface="Nirmala UI"/>
        <ns0:font script="Osma" typeface="Ebrima"/>
        <ns0:font script="Phag" typeface="Phagspa"/>
        <ns0:font script="Syrn" typeface="Estrangelo Edessa"/>
        <ns0:font script="Syrj" typeface="Estrangelo Edessa"/>
        <ns0:font script="Syre" typeface="Estrangelo Edessa"/>
        <ns0:font script="Sora" typeface="Nirmala UI"/>
        <ns0:font script="Tale" typeface="Microsoft Tai Le"/>
        <ns0:font script="Talu" typeface="Microsoft New Tai Lue"/>
        <ns0:font script="Tfng" typeface="Ebrima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  <ns0:ln w="2540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  <ns0:extLst>
    <ns0:ext uri="{05A4C25C-085E-4340-85A3-A5531E510DB2}">
      <ns1:themeFamily name="Office Theme" id="{2E142A2C-CD16-42D6-873A-C26D2A0506FA}" vid="{1BDDFF52-6CD6-40A5-AB3C-68EB2F1E4D0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