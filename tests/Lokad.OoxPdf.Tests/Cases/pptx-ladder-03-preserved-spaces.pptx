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rved Spaces"/>
          <p:cNvSpPr txBox="1"/>
          <p:nvPr/>
        </p:nvSpPr>
        <p:spPr>
          <a:xfrm>
            <a:off x="914400" y="9144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3600">
                <a:solidFill>
                  <a:srgbClr val="1F2328"/>
                </a:solidFill>
                <a:latin typeface="Arial"/>
              </a:rPr>
              <a:t xml:space="preserve">A  B  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