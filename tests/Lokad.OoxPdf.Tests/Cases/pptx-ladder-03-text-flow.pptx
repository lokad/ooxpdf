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ks Insets"/>
          <p:cNvSpPr txBox="1"/>
          <p:nvPr/>
        </p:nvSpPr>
        <p:spPr>
          <a:xfrm>
            <a:off x="914400" y="914400"/>
            <a:ext cx="2743200" cy="1371600"/>
          </a:xfrm>
          <a:prstGeom prst="rect">
            <a:avLst/>
          </a:prstGeom>
          <a:noFill/>
          <a:ln>
            <a:noFill/>
          </a:ln>
        </p:spPr>
        <p:txBody>
          <a:bodyPr lIns="182880" rIns="0" tIns="182880" bIns="0" anchor="t"/>
          <a:lstStyle/>
          <a:p>
            <a:r>
              <a:rPr lang="en-US" sz="1800">
                <a:latin typeface="Arial"/>
              </a:rPr>
              <a:t>First</a:t>
            </a:r>
            <a:br/>
            <a:r>
              <a:rPr lang="en-US" sz="1800">
                <a:latin typeface="Arial"/>
              </a:rPr>
              <a:t>Second</a:t>
            </a:r>
          </a:p>
        </p:txBody>
      </p:sp>
      <p:sp>
        <p:nvSpPr>
          <p:cNvPr id="3" name="Tab"/>
          <p:cNvSpPr txBox="1"/>
          <p:nvPr/>
        </p:nvSpPr>
        <p:spPr>
          <a:xfrm>
            <a:off x="914400" y="274320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r>
              <a:rPr lang="en-US" sz="1800">
                <a:latin typeface="Arial"/>
              </a:rPr>
              <a:t>A</a:t>
            </a:r>
            <a:tab/>
            <a:r>
              <a:rPr lang="en-US" sz="1800">
                <a:latin typeface="Arial"/>
              </a:rPr>
              <a:t>B</a:t>
            </a:r>
          </a:p>
        </p:txBody>
      </p:sp>
      <p:sp>
        <p:nvSpPr>
          <p:cNvPr id="4" name="Center"/>
          <p:cNvSpPr txBox="1"/>
          <p:nvPr/>
        </p:nvSpPr>
        <p:spPr>
          <a:xfrm>
            <a:off x="4572000" y="91440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ctr"/>
            <a:r>
              <a:rPr lang="en-US" sz="1800">
                <a:latin typeface="Arial"/>
              </a:rPr>
              <a:t>Centered</a:t>
            </a:r>
          </a:p>
        </p:txBody>
      </p:sp>
      <p:sp>
        <p:nvSpPr>
          <p:cNvPr id="5" name="Wrap"/>
          <p:cNvSpPr txBox="1"/>
          <p:nvPr/>
        </p:nvSpPr>
        <p:spPr>
          <a:xfrm>
            <a:off x="4572000" y="274320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r>
              <a:rPr lang="en-US" sz="1800">
                <a:latin typeface="Arial"/>
              </a:rPr>
              <a:t>Alpha beta gamma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