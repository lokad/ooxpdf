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239D3-7690-7F98-C7FA-170D18678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3065EE-EC7C-A078-6F40-15AD55E354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641E7-17A9-5DAC-9DAA-AC6E30CD5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97E4-9B14-434F-A566-4CCE0AA214B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979C8-42DA-4C12-D467-D61D08C74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87AF1-7909-8C64-571D-5A3F529CE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060AF-05FE-4D67-9DED-B540EE498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83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1ACF7-062D-A961-C1BE-229CA6602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96830-95D9-68B9-6E27-889D24263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031C3-7BB8-E7F9-7ECD-6B54A6C72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97E4-9B14-434F-A566-4CCE0AA214B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3B339-FCB9-E86E-8B89-9356D84B5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692B0-2745-C618-745F-F811C30B8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060AF-05FE-4D67-9DED-B540EE498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109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D538B-6C16-2B05-5550-BFDE43BAF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6B238-931B-F7B1-1B38-1B803D157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F6C9A-AF01-5DE0-704D-446AF9603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97E4-9B14-434F-A566-4CCE0AA214B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F8CE1-27D0-62B7-08E4-DF523542E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E0F93-CED9-6237-F9CD-00DCC8FC8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060AF-05FE-4D67-9DED-B540EE498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84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2225D-325B-D341-154B-0A7BE8EAA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0E5DA-414E-81D5-8A71-32B573D3E6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038EB2-A048-0689-171A-110ECF8A5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63B48-2291-DDC3-7511-160862D28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97E4-9B14-434F-A566-4CCE0AA214B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F19AA9-8AD5-FC75-0A5F-798E20F5A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AE457-4ACA-8CDF-F262-0710C8F46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060AF-05FE-4D67-9DED-B540EE498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464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4E7E7-0A70-7943-A555-CBD8C73D0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764B9-408B-2C12-4DBE-1C405DA37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5733AA-3165-6745-870D-AD94BCBC8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EF796E-DBAA-6847-09A8-42B4A7E2A1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2220D8-6F09-458F-2022-207D023B1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17969A-3D5E-EB35-5BB1-6A7B78595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97E4-9B14-434F-A566-4CCE0AA214B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75419B-3CAD-7BA2-4A4F-1029576BD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7AF535-72C6-8974-84F2-D8F799CB8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060AF-05FE-4D67-9DED-B540EE498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310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E6C55-2B74-FA72-EC9A-C022FEA5C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F6EE25-E31D-ED7D-B66A-D69138C5C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97E4-9B14-434F-A566-4CCE0AA214B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6EC7C8-FD34-4684-38C8-F1C73A058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8D412-2FD4-19F7-74BE-8623D8606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060AF-05FE-4D67-9DED-B540EE498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74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4A7E8C-FC3E-5BEB-E343-52FC9CBCF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97E4-9B14-434F-A566-4CCE0AA214B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05DEAB-61A0-0746-D8B1-B586F5420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83FC1-BA10-4567-75CD-C4AF1D2BF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060AF-05FE-4D67-9DED-B540EE498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53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3C74E-6717-1B0A-B3DC-BD213D998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FA9D2-7CF3-6A2B-1C5B-F6427005A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C866FC-224B-E0BA-258B-9A1F789AD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AF329F-7262-ADD8-6E00-479B85C88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97E4-9B14-434F-A566-4CCE0AA214B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8906EA-2CB0-8E32-3518-F5D8BCC3A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A37B6-C541-B9AD-5ABB-2D7BDEA15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060AF-05FE-4D67-9DED-B540EE498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17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468A8-867E-21F9-F541-B977B0555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C9A0B4-6119-9B9F-C6F6-E69784E6A8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CD0F9D-B9D8-07AD-732B-72BEFC0D3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C8C06-CD57-AB71-5B1D-0AA2D1963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97E4-9B14-434F-A566-4CCE0AA214B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5482B5-765C-FD5C-3F41-8C79BD926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E1219-851A-1BFB-0CC3-F1B31E1BA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060AF-05FE-4D67-9DED-B540EE498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69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55BA7-8D8C-43CF-592E-4B8787A31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AF85D3-AC20-3231-398A-576DAF95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D1F98-EC34-E0DD-39BB-CEF29E2D8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97E4-9B14-434F-A566-4CCE0AA214B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8DE93-F03C-332E-B3C7-DF3C110A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8D8DE-092A-D96D-A023-D773265CB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060AF-05FE-4D67-9DED-B540EE498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583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B6585B-F6A4-F3A6-A6F2-C714102D2B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A86BA9-30E1-C669-7961-30C4F92F6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B87AF-4F78-9A6A-132E-8230C7C85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97E4-9B14-434F-A566-4CCE0AA214B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F91F8-8D37-7C39-B224-5148A69C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BC247-74BC-59CD-3845-76FB6985F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060AF-05FE-4D67-9DED-B540EE498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7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CC6F20-E3E8-9702-1552-1E9C11166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1789B-630C-1485-78CA-FD7E5FCB9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1CFC0-75C1-361E-743B-E2A5D4992D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7697E4-9B14-434F-A566-4CCE0AA214B3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4E55C-A03E-77BE-4005-DCC7DC137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74BB2-93A2-A54E-3096-9D7BA38F94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6060AF-05FE-4D67-9DED-B540EE498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427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626C54F-8A2D-E5C6-8182-7AC7F2F584C0}"/>
              </a:ext>
            </a:extLst>
          </p:cNvPr>
          <p:cNvSpPr/>
          <p:nvPr/>
        </p:nvSpPr>
        <p:spPr>
          <a:xfrm>
            <a:off x="990600" y="1524000"/>
            <a:ext cx="3048000" cy="3429000"/>
          </a:xfrm>
          <a:prstGeom prst="roundRect">
            <a:avLst/>
          </a:prstGeom>
          <a:solidFill>
            <a:srgbClr val="FFF1E8"/>
          </a:solidFill>
          <a:ln>
            <a:solidFill>
              <a:srgbClr val="8050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sz="2400" b="1">
                <a:solidFill>
                  <a:srgbClr val="000000"/>
                </a:solidFill>
                <a:latin typeface="Calibri" panose="020F0502020204030204" pitchFamily="34" charset="0"/>
              </a:rPr>
              <a:t>Anchor: top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1CC8AE3-2102-3CBF-05D4-BF290C992685}"/>
              </a:ext>
            </a:extLst>
          </p:cNvPr>
          <p:cNvSpPr/>
          <p:nvPr/>
        </p:nvSpPr>
        <p:spPr>
          <a:xfrm>
            <a:off x="4673600" y="1524000"/>
            <a:ext cx="3048000" cy="3429000"/>
          </a:xfrm>
          <a:prstGeom prst="roundRect">
            <a:avLst/>
          </a:prstGeom>
          <a:solidFill>
            <a:srgbClr val="FFF1E8"/>
          </a:solidFill>
          <a:ln>
            <a:solidFill>
              <a:srgbClr val="8050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b="1">
                <a:solidFill>
                  <a:srgbClr val="000000"/>
                </a:solidFill>
                <a:latin typeface="Calibri" panose="020F0502020204030204" pitchFamily="34" charset="0"/>
              </a:rPr>
              <a:t>Anchor: middle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41C318-3C25-D4B5-17B4-59CDFFD0FD12}"/>
              </a:ext>
            </a:extLst>
          </p:cNvPr>
          <p:cNvSpPr/>
          <p:nvPr/>
        </p:nvSpPr>
        <p:spPr>
          <a:xfrm>
            <a:off x="8356600" y="1524000"/>
            <a:ext cx="3048000" cy="3429000"/>
          </a:xfrm>
          <a:prstGeom prst="roundRect">
            <a:avLst/>
          </a:prstGeom>
          <a:solidFill>
            <a:srgbClr val="FFF1E8"/>
          </a:solidFill>
          <a:ln>
            <a:solidFill>
              <a:srgbClr val="8050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ctr"/>
            <a:r>
              <a:rPr lang="en-US" sz="2400" b="1">
                <a:solidFill>
                  <a:srgbClr val="000000"/>
                </a:solidFill>
                <a:latin typeface="Calibri" panose="020F0502020204030204" pitchFamily="34" charset="0"/>
              </a:rPr>
              <a:t>Anchor: bottom</a:t>
            </a:r>
          </a:p>
        </p:txBody>
      </p:sp>
    </p:spTree>
    <p:extLst>
      <p:ext uri="{BB962C8B-B14F-4D97-AF65-F5344CB8AC3E}">
        <p14:creationId xmlns:p14="http://schemas.microsoft.com/office/powerpoint/2010/main" val="820408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2026-05-16T12:18:25Z</dcterms:created>
  <dcterms:modified xsi:type="dcterms:W3CDTF">2026-05-16T12:18:25Z</dcterms:modified>
</cp:coreProperties>
</file>