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D81F8-0C14-2A3F-748A-F22CE31E8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E0AAA-19F9-6A90-A9C4-3592484B3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5F95-4BC1-A281-0511-967CDD5E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30430-19CA-905C-2747-049F9196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1EE6B-9185-3606-EDE4-64C14649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8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EF5F-764C-CD23-901C-B1DC1969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6970D-AB1E-8395-1CB2-A23CB26A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2A08B-564E-8D6A-54F2-7238C67C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3D4D-0266-801E-4A09-C1716736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12C2-3BCF-DE99-B6BB-D234EBE8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9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CF07-18FE-CAE2-305B-3DE37FD4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71A75-C5E6-843F-303E-EE92FDF20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E4AB-3570-432A-5A9C-9930E904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1766-FEDC-5DB6-7C8B-C06E4E0B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7197D-543B-B19F-B9AC-9423CD16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0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719B-A780-8F90-5E4F-8A9A0B8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6589B-3DB2-3639-0109-29431F36A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40248-3E28-FF78-47CE-90EA7B5E4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FE96E-B186-AD4E-8BEA-AB143488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C5C64-050C-C86D-5E0B-D4404A50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7894D-B123-834B-DEAE-4A57516F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4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C36C-7EBE-E943-F6AF-F35227A9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4AFDB-7EEA-FB79-C709-C677043D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D711D-F329-7F71-B476-75EEC98B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E8E86-56DD-4409-6853-82AD10CBF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BBA84-A57C-D8A6-0CFC-7854F19D5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B724C-7639-FF62-6FBE-3801D8FB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DBBB-A1EF-2EC5-D9CD-942B38EC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5735B-601F-6F2C-A5BE-AC8DB158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5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FB17-B062-981E-3903-CD87AF66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B429A-F74F-8A1E-05E2-3E3408C5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E2D6-5F9B-B92D-2B0D-4F5FAD44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A1E34-D824-FA7A-7303-37DAEBBD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8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D4BCE-4143-3A03-CA3C-BDCBCD34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36539-6772-B360-F537-B41F7DB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0FB00-EFA3-4F66-21FB-EFFC821A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1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EA95-3A51-11CC-007A-5603F235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8861-7996-782E-BB57-CF9D77EAE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DE42E-4FB3-76CA-C32B-F4D2C076E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2726F-AAF3-6B99-14D9-28CE36F4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24C90-C486-9056-7194-F087C467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9B3B8-56D0-D7C6-46FE-6AD5392F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5524-39FA-B111-DB35-1C52B7EA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8A9C9-A3BE-F624-47A3-A67A2463E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6B22F-6613-6D41-AADF-02A57A63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3B945-9A0D-D271-C22B-3B3C2AC9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1D3B1-547B-9DE2-41E8-060989C7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52530-D3C9-52A4-E9A4-9C669149B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4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9C3E-F2B7-DF93-D93D-F5356E32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71F75-4F52-81BB-7956-A6711DCF7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1CB67-D425-92D2-4E28-5F1F54F7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CEB08-CAD0-6D3D-4878-D215CDD3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F8D7-D963-60FF-1283-B5297F3F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0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3A01C-8E1C-1790-9A9F-989C2BB32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46DD6-9016-246D-7A9E-9DD00B45F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7FD4-F3BD-98B9-40FE-B67BF76D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35CEE-2A12-AD44-0E7D-98860151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A575B-8ED6-0FA1-7092-5FA34EE4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55F70-7CA0-ABB1-B4D2-092E332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DE3B-08DD-04F1-E0A8-E637E8DCF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BB7E-A81D-3827-4549-B94326B23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90828-70DF-4180-80A2-1BDDCFB5FB8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2EF9C-6D08-6F44-ACCC-A7F18B561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9593-0593-E23C-F15F-31B9559A2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37872-62C4-43CA-A95C-34F675B21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4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1EEBE5-3E63-C99A-67AC-78B49C41C6BF}"/>
              </a:ext>
            </a:extLst>
          </p:cNvPr>
          <p:cNvSpPr txBox="1"/>
          <p:nvPr/>
        </p:nvSpPr>
        <p:spPr>
          <a:xfrm>
            <a:off x="914400" y="914400"/>
            <a:ext cx="45720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en-US">
                <a:latin typeface="Aptos" panose="020B0004020202020204" pitchFamily="34" charset="0"/>
              </a:rPr>
              <a:t>Aptos baseline one</a:t>
            </a:r>
          </a:p>
          <a:p>
            <a:r>
              <a:rPr lang="en-US">
                <a:latin typeface="Aptos" panose="020B0004020202020204" pitchFamily="34" charset="0"/>
              </a:rPr>
              <a:t>Aptos baseline two</a:t>
            </a:r>
          </a:p>
          <a:p>
            <a:r>
              <a:rPr lang="en-US">
                <a:latin typeface="Aptos" panose="020B0004020202020204" pitchFamily="34" charset="0"/>
              </a:rPr>
              <a:t>Aptos baseline three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6A716-9AFF-B22A-F36B-BD78131B1898}"/>
              </a:ext>
            </a:extLst>
          </p:cNvPr>
          <p:cNvSpPr txBox="1"/>
          <p:nvPr/>
        </p:nvSpPr>
        <p:spPr>
          <a:xfrm>
            <a:off x="6096000" y="914400"/>
            <a:ext cx="38100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en-US" sz="1400">
                <a:latin typeface="Aptos" panose="020B0004020202020204" pitchFamily="34" charset="0"/>
              </a:rPr>
              <a:t>Aptos fourteen one</a:t>
            </a:r>
          </a:p>
          <a:p>
            <a:r>
              <a:rPr lang="en-US" sz="1400">
                <a:latin typeface="Aptos" panose="020B0004020202020204" pitchFamily="34" charset="0"/>
              </a:rPr>
              <a:t>Aptos fourteen two</a:t>
            </a:r>
          </a:p>
          <a:p>
            <a:r>
              <a:rPr lang="en-US" sz="1400">
                <a:latin typeface="Aptos" panose="020B0004020202020204" pitchFamily="34" charset="0"/>
              </a:rPr>
              <a:t>Aptos fourteen three</a:t>
            </a:r>
          </a:p>
        </p:txBody>
      </p:sp>
    </p:spTree>
    <p:extLst>
      <p:ext uri="{BB962C8B-B14F-4D97-AF65-F5344CB8AC3E}">
        <p14:creationId xmlns:p14="http://schemas.microsoft.com/office/powerpoint/2010/main" val="238075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2026-05-30T01:03:36Z</dcterms:created>
  <dcterms:modified xsi:type="dcterms:W3CDTF">2026-05-30T01:03:36Z</dcterms:modified>
</cp:coreProperties>
</file>