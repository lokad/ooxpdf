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seline Shift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4000">
                <a:solidFill>
                  <a:srgbClr val="1F2328"/>
                </a:solidFill>
                <a:latin typeface="Arial"/>
              </a:rPr>
              <a:t>H</a:t>
            </a:r>
            <a:r>
              <a:rPr lang="en-US" sz="2400" baseline="30000">
                <a:solidFill>
                  <a:srgbClr val="1F2328"/>
                </a:solidFill>
                <a:latin typeface="Arial"/>
              </a:rPr>
              <a:t>2</a:t>
            </a:r>
            <a:r>
              <a:rPr lang="en-US" sz="4000">
                <a:solidFill>
                  <a:srgbClr val="1F2328"/>
                </a:solidFill>
                <a:latin typeface="Arial"/>
              </a:rPr>
              <a:t>O</a:t>
            </a:r>
          </a:p>
          <a:p>
            <a:r>
              <a:rPr lang="en-US" sz="4000">
                <a:solidFill>
                  <a:srgbClr val="1F2328"/>
                </a:solidFill>
                <a:latin typeface="Arial"/>
              </a:rPr>
              <a:t>CO</a:t>
            </a:r>
            <a:r>
              <a:rPr lang="en-US" sz="2400" baseline="-25000">
                <a:solidFill>
                  <a:srgbClr val="1F232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