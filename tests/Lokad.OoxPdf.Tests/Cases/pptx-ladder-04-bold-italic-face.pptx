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ld Italic Face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4400" b="1">
                <a:solidFill>
                  <a:srgbClr val="1F2328"/>
                </a:solidFill>
                <a:latin typeface="Arial"/>
              </a:rPr>
              <a:t>Bold face metrics</a:t>
            </a:r>
          </a:p>
          <a:p>
            <a:r>
              <a:rPr lang="en-US" sz="3200" i="1">
                <a:solidFill>
                  <a:srgbClr val="1F2328"/>
                </a:solidFill>
                <a:latin typeface="Arial"/>
              </a:rPr>
              <a:t>Italic face metrics</a:t>
            </a:r>
          </a:p>
          <a:p>
            <a:r>
              <a:rPr lang="en-US" sz="3200" b="1" i="1">
                <a:solidFill>
                  <a:srgbClr val="1F2328"/>
                </a:solidFill>
                <a:latin typeface="Arial"/>
              </a:rPr>
              <a:t>Bold italic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