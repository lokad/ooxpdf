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EB7B8E-0652-6B22-1462-32F92CDA19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778783-1D10-7623-7AAF-CA41CF37C7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43F9FD-56AB-C26D-0DC0-4B469F147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D0748D-8335-6BA6-2FF0-FD52E8382B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635EE4-33B6-6BA1-5E1D-B5537072D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9905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83EC5-4ED1-AD11-906B-6D38E6746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86CC59-E003-FC42-B767-F91AB1654B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B1ED93-1DB3-B5F2-35C1-B3903B7DAD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15952F-EDD0-8ABD-E4C7-8B73648B5B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C1177C-0102-D084-BC6C-10B2419AE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2233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216C46-0A08-0A5D-FA1D-AD46E3D57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7112AC-06CF-F5B5-9D13-5F163D980D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B884AF-D263-7159-8FAC-CF89D16520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58DE06-F593-FCF0-A4C5-6DF7D36EF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AF3798-E1B7-4493-0491-F207CB591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7220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F50B5-0E83-4134-D5C7-0352DB93E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81E42E-3765-0C72-C9A5-E9F437FCC8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F50B8F-FEA1-C169-313B-21665459A9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77C299-439C-1AD1-DE2B-B6F5BB81B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C07836-DD65-8E00-228D-E271E4E59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5A78E4-08E9-0083-69D3-C2655A516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180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0822E-7B37-EFC6-0091-E57B1DD705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6792EB-ECD2-ADB3-C6DA-48C687C5FD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B805AB-7206-08E7-B7B1-AC2596C832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4D22D7-B259-F758-E079-B3D5BD8DD1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ABB1B16-BA9C-2422-12E8-B2B61EDBD0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8AC822F-C867-2F6E-0676-55661CD0D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CC4C58-494C-521B-75FC-1B2B738BD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2A81D13-6A8C-D976-4268-B2FDE106A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6253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2A82E-CA35-48D0-97AB-BD83FDD831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4B90ED-683E-286E-844F-A9F852764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950154-0ED2-F432-927B-F7C63BB7B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F602A2-0EFB-BB25-80D2-101AEC304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6025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0C44774-9059-CC23-5BF2-21CFE188A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68EF5B-931E-21DB-0B9B-FF63439474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6F68F8-C22D-BAB2-A640-6A409ECE2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0259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EF9C19-EE32-5637-16D4-A449D18C73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BCFA47-22F2-8AC0-CCA7-3217AC2D07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22DD5F-F67D-2729-275C-E7DF4980EA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7D5990-25B7-5F56-59FF-194F66F602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16D861-758F-E371-B43E-9CE170EC9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81EAD5-1946-8474-DBDC-BE3F75AAA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0421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B0E23B-7447-143D-114D-168CF9608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DFF00E-EB96-D9CC-0985-6D16F9F5D9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CE1F4B-9E80-12CB-868F-485E9C9FD7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994CCC-9DD5-E28C-C5AE-BF710C00BC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B7A04D-5D70-FF77-91A7-16F1E6256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AC51D4-79B7-E558-B17A-7F1CA749B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7285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3EE6A-FE40-E8D9-FDF4-E4DB9EAB5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810C76-CDE9-8E80-3224-D24B8E2C99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F43D8D-4670-5E7E-2411-D34C8282F1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84705A-0580-1585-E330-DF353EF05A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962160-5425-680F-EEC9-762FED817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9755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CDE2B0D-83E3-A6E7-23AE-DF0CEAB8C5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18569B-C427-15B9-A857-C311912FCC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455272-23B3-98D0-C2D3-4E35378AC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FA7A29-DFF5-20CC-83DA-6655BF252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9FED60-FB7D-2A40-8F62-D30E9C2A2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491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7A57E2-F9B3-E82F-8783-CAD3C42F30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24860B-0AD5-99CC-7A6B-CFC2481411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DB1F70-9115-F03A-E345-C53C6524BA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DB9A06-1F74-345A-540B-E0540F450D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08293E-901E-6BA9-1803-974DAA2B86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3106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ullet Size Percent"/>
          <p:cNvSpPr txBox="1"/>
          <p:nvPr/>
        </p:nvSpPr>
        <p:spPr>
          <a:xfrm>
            <a:off x="914400" y="914400"/>
            <a:ext cx="5486400" cy="182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/>
          <a:lstStyle/>
          <a:p>
            <a:pPr marL="457200" indent="-228600">
              <a:buSzPct val="150000"/>
              <a:buChar char="•"/>
            </a:pPr>
            <a:r>
              <a:rPr lang="en-US" sz="2400">
                <a:solidFill>
                  <a:srgbClr val="1F2328"/>
                </a:solidFill>
                <a:latin typeface="Arial"/>
              </a:rPr>
              <a:t>Large percent bullet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Joannes Vermorel</dc:creator>
  <cp:lastModifiedBy>Joannes Vermorel</cp:lastModifiedBy>
  <cp:revision>1</cp:revision>
  <dcterms:created xsi:type="dcterms:W3CDTF">2026-05-14T11:56:57Z</dcterms:created>
  <dcterms:modified xsi:type="dcterms:W3CDTF">2026-05-14T11:56:57Z</dcterms:modified>
</cp:coreProperties>
</file>