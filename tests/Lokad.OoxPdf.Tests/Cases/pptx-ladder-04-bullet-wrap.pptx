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 Wrap"/>
          <p:cNvSpPr txBox="1"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Font typeface="Arial"/>
              <a:buChar char="•"/>
            </a:pPr>
            <a:r>
              <a:rPr lang="en-US" sz="1800">
                <a:latin typeface="Arial"/>
              </a:rPr>
              <a:t>Short item</a:t>
            </a:r>
          </a:p>
          <a:p>
            <a:pPr marL="457200" indent="-228600">
              <a:buFont typeface="Arial"/>
              <a:buChar char="•"/>
            </a:pPr>
            <a:r>
              <a:rPr lang="en-US" sz="1800">
                <a:latin typeface="Arial"/>
              </a:rPr>
              <a:t>Long bullet item should wrap with the continuation aligned under the text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