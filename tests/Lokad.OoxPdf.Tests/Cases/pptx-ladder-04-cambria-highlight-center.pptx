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4576-AE44-BC11-4CE6-86F7A0C94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17F0C-1AFF-2DA3-7056-A095C7032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EBF0D-3AC0-2C98-7151-5CDC7415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F15DF-CC86-9764-1EE9-12115694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27AFA-434C-DCF2-BDE2-2DB5BB2D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F2FB-689A-3951-04C7-B8E24059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B166F-9EF6-0FEC-46C1-BAD7A865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7025-8156-9343-27C7-B310A011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4C50-ADFD-BD12-6472-465F635B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6E097-DC5D-146D-B3D7-AF7E4A70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ED48-AF51-4A41-68CA-52737239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96FE8-E2C8-7B36-D2D0-A54ABE41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038F4-E0CC-ADBE-80D2-6A829E787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2BCB5-682C-50E1-EAC8-4F0B6AEE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EAFCE-B57D-A722-4007-96B2716B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1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23EC-73DA-1C0F-E1D8-7D9ACB25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1C4B7-321D-35D4-33A6-B22B64D61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6E533-9645-A29E-30BC-E5B6D6523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68D79-53F1-E465-D924-17C77FD98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55C3F-F547-F616-342B-ED6857A7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4B798-558B-EDF3-C157-49D881CF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1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467D-400D-55B9-0332-215A54802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41F26-1882-2476-314F-ABBBCD53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E1B56-2557-C08D-3C24-923BAD4F4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402EA-A41C-C7FB-EFF2-8D0AE4185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A7DEE-3F9F-7320-C0F2-182F492B4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022E4-86DC-17F9-D102-036D7E84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C7EE6-9B58-D6B8-EAED-DC946993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5E489-4A49-05A9-B5E8-7E4BC52E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43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F5D66-6B20-40DC-67DC-913ABB16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520E9F-7BA6-0EE9-C36E-4E8C301D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23392-AFA7-85AB-F78A-2F5CED0E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85407-9E2C-20B6-8C97-EBD42064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2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47F44-8071-94AF-4889-961690D40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C9E73-5CF6-6C41-A240-4B0BCA71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B4598-E4DD-2788-0B18-BD552C4B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95B9-C328-745E-27CC-F904E012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B4AA9-DB6B-28D7-2F8E-DCDF70A59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08BA8-AED8-9383-C6D7-F6EAA71B6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55A5C-14A1-8D0A-8881-1A37CA5FB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2B096-99C9-6A5F-B8E7-580CA04F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B326C-27CD-0BE9-5AFC-6FF997F9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22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2E6D-2147-D9CC-7810-C1AB57EB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C9F545-CD31-3F0A-AC26-D49BE6E8A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AF4AE-2B93-D219-667D-67AAB6E74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D9989-4A87-6762-F6F2-1E1D1923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49EF0-339F-BF3F-5DBA-BC0120E68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C6C19-B4BF-B6CF-F4F6-DB0B2EF5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9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726A-B5A4-CD55-6774-2C03B4F6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8B22B-879D-9733-C312-24C0F7C3B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A995-9CED-A64C-6A52-6A9CFFBD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BF47E-FCDF-CE17-1D6B-CF2337ACE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8A4F8-1E2E-39F8-F448-288D6F4F3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68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AFADA6-BDED-5221-B85B-C4856CA0E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1DE2E-8722-F537-93DD-B340D037F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EBC2-23F0-A934-A3CD-11C00A93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7D039-6258-D449-3A4E-E6A273EF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E2F87-1BD1-090A-0004-6D624279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B59FF0-039E-9850-5535-E0551303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15D95-10BC-E928-331D-23C71989A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A094A-89C6-E522-CE24-EDC6A8E41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EE451-B47D-4C7C-8CC2-C3AA3B72B8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48AFA-B388-1063-396C-FD68ED6EE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4F16A-B994-2AD1-62F0-5617E6EF0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9CB55-D770-47A9-AA70-B7CE899F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5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0008B6-0EFB-B9AF-D1B0-50253F5642A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C0DA3-56AC-C816-6F7B-2829A0AD155E}"/>
              </a:ext>
            </a:extLst>
          </p:cNvPr>
          <p:cNvSpPr txBox="1"/>
          <p:nvPr/>
        </p:nvSpPr>
        <p:spPr>
          <a:xfrm>
            <a:off x="914400" y="1676400"/>
            <a:ext cx="7315200" cy="5847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>
                <a:solidFill>
                  <a:srgbClr val="222222"/>
                </a:solidFill>
                <a:latin typeface="Cambria Math"/>
              </a:rPr>
              <a:t>Public </a:t>
            </a:r>
            <a:r>
              <a:rPr lang="en-US" sz="3200">
                <a:solidFill>
                  <a:srgbClr val="222222"/>
                </a:solidFill>
                <a:highlight>
                  <a:srgbClr val="800080"/>
                </a:highlight>
                <a:latin typeface="Cambria Math"/>
              </a:rPr>
              <a:t>Marker</a:t>
            </a:r>
            <a:r>
              <a:rPr lang="en-US" sz="3200">
                <a:solidFill>
                  <a:srgbClr val="222222"/>
                </a:solidFill>
                <a:latin typeface="Cambria Math"/>
              </a:rPr>
              <a:t> Center</a:t>
            </a:r>
          </a:p>
        </p:txBody>
      </p:sp>
    </p:spTree>
    <p:extLst>
      <p:ext uri="{BB962C8B-B14F-4D97-AF65-F5344CB8AC3E}">
        <p14:creationId xmlns:p14="http://schemas.microsoft.com/office/powerpoint/2010/main" val="388444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2026-05-16T09:33:51Z</dcterms:created>
  <dcterms:modified xsi:type="dcterms:W3CDTF">2026-05-16T09:33:51Z</dcterms:modified>
</cp:coreProperties>
</file>