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0BAC-90FE-1CF8-F661-0E9D409EA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45564-5F37-DA5C-74A5-3DDFFD16C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B8C3C-CAD0-A784-C132-E6EF590F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F836B-9A55-51EA-C51C-5643AEFE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D05E-FC26-AF3E-0790-425F59BE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35CD-5FAA-179F-7D0C-43F14782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BD57-0F88-3EDE-25A9-10AE22982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C187C-AB8D-2978-A183-E473E5F5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C4A58-3207-CD96-3BA8-2F4BE730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6F6D8-B805-A756-87A5-C4C2A500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7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7458-F6B3-BA8E-401E-CD923C3A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1A2A9-33B3-0857-3567-6353E0451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EEE48-5355-351A-4591-5E543309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A1F15-FC88-C23F-08F5-D6AB2D5F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CC447-A3F6-94B9-E1D9-D5F59422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0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2D1B-9DA1-7345-372A-B268DEE6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ECC2-45D4-BE7F-7B26-F9B5A498C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CA46F-233D-A12D-88FC-04B0F4C4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E58D8-3938-7D32-AA58-08A6A098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CE3EB-2074-1CE5-AA88-B59EA7B5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1ADEF-39E5-E37C-7E11-AE3D04EE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1268-EA8E-174D-9A5D-558BCE51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94CCE-4262-C8FB-0B1F-BEE474967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27407-1B0C-7251-4D94-5B3B0EDA2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846E5-6362-5EE5-D759-AACC85427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58AA0-B500-F8A4-4925-0832DC324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C1523-D3E5-EEF6-62E8-9D9D7479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EB0680-44BB-78A0-5A0C-49244C5D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A50D0-DBFD-3E3B-DF74-29E1C0DA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F1BC-27CD-4C06-BCE4-34DC6BA7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2D7D2-78AC-41CB-7113-FDE28827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00263-E289-25AF-2A31-31D03525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743A7-7B35-8DBB-CC2A-746A2967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767C2-6A43-680C-CAEF-E45179F1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3521B-D8C5-E99D-BE9E-B78462AC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50E11-391D-2E77-4094-736A53D4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1DDF-15D7-B5DE-25DB-64217E08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3422-AE14-05F1-9852-962A92821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D36DA-7CB6-B997-9C0D-7E6FC7044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512B4-7763-75D8-B8D7-5E7886C9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04DD4-1D3A-01AD-94D9-BA64EBDA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6F24-6E91-1F46-22F1-8FCB81BE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1EE9-F7CB-31B4-C4A3-E1730BF8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BF67FB-5FE0-12E2-91E5-51CBBBE05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F5A3-DB5A-52A5-BCB3-A9DB2FEAE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20FB4-3BC1-6169-5C0A-46D9C3DB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88CE7-9B14-311A-94C5-8E3E916E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9C35C-066D-F793-0AB5-FF9AB2EA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2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C13-1441-9E7B-82EB-796EE381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0D414-5533-084A-F449-174AE8244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B24AC-FF73-E9A1-D5C7-DCCB3BC2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BB95-6703-C357-EDFB-C3D383E3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4CADA-4EC6-C009-EC7F-CACE2325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278E6-2BED-8B15-48F9-C2142B3F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7364F-F07B-9A9F-0F4E-0DDBB41ED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B6AA-0A5B-1EA7-4CF6-97FA810A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C27F7-C595-E7C8-61F1-153AF139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3607-00F3-93DC-CA69-A63F7985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4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0E8D16-E4B6-4DB9-5B95-90D53B28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A64D3-8960-D396-D654-999499308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6E4CC-04D0-0533-9CE2-45984D7FA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4FCC3-E2E7-4F22-A918-75C800D80A6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BC509-350C-BFC1-568D-E651A529C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F496-2A54-3C1A-4B99-77D3BB03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DCB99-4D28-47B2-919E-6E7E317C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3686C1-EB56-E7E9-C432-F0DF51D802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7A2B5-CA25-E688-B7F9-C4D0378CA8CD}"/>
              </a:ext>
            </a:extLst>
          </p:cNvPr>
          <p:cNvSpPr txBox="1"/>
          <p:nvPr/>
        </p:nvSpPr>
        <p:spPr>
          <a:xfrm>
            <a:off x="914400" y="3962400"/>
            <a:ext cx="7315200" cy="207749"/>
          </a:xfrm>
          <a:prstGeom prst="rect">
            <a:avLst/>
          </a:prstGeom>
          <a:noFill/>
        </p:spPr>
        <p:txBody>
          <a:bodyPr vert="horz" lIns="91440" tIns="22860" rIns="91440" bIns="22860" rtlCol="0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Cambria Math"/>
              </a:rPr>
              <a:t>Prepared for </a:t>
            </a:r>
            <a:r>
              <a:rPr lang="en-US" sz="1050">
                <a:solidFill>
                  <a:srgbClr val="FFFFFF"/>
                </a:solidFill>
                <a:highlight>
                  <a:srgbClr val="800080"/>
                </a:highlight>
                <a:latin typeface="Cambria Math"/>
              </a:rPr>
              <a:t>public</a:t>
            </a:r>
            <a:r>
              <a:rPr lang="en-US" sz="1050">
                <a:solidFill>
                  <a:srgbClr val="FFFFFF"/>
                </a:solidFill>
                <a:latin typeface="Cambria Math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230931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2026-05-16T09:47:37Z</dcterms:created>
  <dcterms:modified xsi:type="dcterms:W3CDTF">2026-05-16T09:47:37Z</dcterms:modified>
</cp:coreProperties>
</file>