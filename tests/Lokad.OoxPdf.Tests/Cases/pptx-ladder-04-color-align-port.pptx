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F076-0B7A-09EF-1E65-696B9BB31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5B88D-58A8-F721-DFC4-6EB0030C1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A94F4-A350-A87F-F891-10CE40F2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E56C4-0720-4598-8AF8-CEFD1D80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B265-9F36-F606-F2C4-6BABA0A7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6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0292-FF17-A89C-ADC2-F204E0FB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17B5-5150-626C-D85F-9CE055977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9F1E3-08A4-4781-E294-61E1B952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C12AD-C56B-4ACF-B9E7-E4054E3A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E07E5-A69A-6DB9-3450-55305DEA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5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7D39-7A9F-AE93-9C3C-EE632AD7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D5D34-3FD1-A6AE-8A6D-4C3CBD53D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5D3DA-CC32-2631-6216-E2FE06F4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7D410-5210-5D4C-D6E9-780F350A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7D5D-0446-E15A-3676-EBEEE8F4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7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696-B03C-C3EC-5BA1-3D66276AC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5E6C-55DE-D386-3DCD-2FDCEAB78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C0786-6BF7-AE5C-399A-F23C1073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96C52-EB2A-ABCC-46BA-C2362FBDA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DFA3E-4278-CBA8-A881-6BE0F431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0841-E87D-FF06-BAEC-7589101F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9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FF5F-0524-F070-4CDE-D156F63E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1254C-FD75-B0DD-EE74-8483BBA5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7CDB8-2DBD-F407-EB6C-7B3A28742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C1D40-B950-65D0-8D99-D3FA1E70F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E0925-8B5D-0E2D-2A77-FC2286C16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3F58F-570E-FB8D-DA58-CEF0C6A8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9FE60-DAAA-FCA4-A795-194CD825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C7058-2569-0E22-2B5F-1EAF31E6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29B6-228D-1B3C-AD71-569B333D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C1D68-4FA1-F3BA-09BC-1F80BDE0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AE060-E9CB-E031-A970-541E08B1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A4917-EBFA-4EC5-20B2-099A6CDD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9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733CF-59F2-E486-1413-15E2D69F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DB13F-BE38-FA69-2FF0-BE8A0366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C5A2C-2983-BA86-96CE-BF6ECCCA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7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0A54-7DE2-8C3C-F2DA-42C09D71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47D1-9610-7CCC-C888-14DA57854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B09F-77C5-A8C5-38B3-DD3C954EF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0EA5-0895-5C19-12CB-C392B955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07C73-4291-C1D5-0A3B-6DE34187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66975-7018-4FD5-270D-C011C022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8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6AC7-3FDD-21E4-533A-5C1E8BEB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70506-D1D8-D723-DD46-4E33DE3D3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91162-6DD4-73BE-3B46-0038A2F62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285F2-69C6-1A00-1E05-96B17531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E87BD-174C-A6EA-4098-1F3023B3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D01FE-E6DF-F5C1-C394-0BC03E8A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8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EF51-7E4C-91E2-783E-8FA9C0ED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BA3C9-E000-9731-7205-D4383A521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6A820-4DE5-3186-50D4-50C8EFA0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1EDD-7F4C-EEA4-E6A5-64FF8C24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BC8B-B6FD-BCB3-4AC7-51CF7797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4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35F632-C2A7-A808-2AAB-5E60ADB62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56B0C-D06F-C889-9D75-513BB1DC5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B4445-405F-76F7-0FE6-84F5FE45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7025E-5D11-B0A5-CE94-FC859613B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4A092-12DC-6878-1CD0-4683D67E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91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77028-6E90-CAA5-F598-400B52DB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D4787-FC00-D08A-5008-338266CC4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249D-C69D-F201-736E-46628AD24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35EF3-7587-450E-9698-B7F93FA133C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A2F6-1A4D-87FF-8C88-695F4E938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394C0-8339-2A24-F635-936D3DF54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CEE60-FB2E-46CA-9C66-61F2DC83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1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1BB97-787A-4CDA-03FC-4A93B5EF13F5}"/>
              </a:ext>
            </a:extLst>
          </p:cNvPr>
          <p:cNvSpPr txBox="1"/>
          <p:nvPr/>
        </p:nvSpPr>
        <p:spPr>
          <a:xfrm>
            <a:off x="914400" y="355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Calibri" panose="020F0502020204030204" pitchFamily="34" charset="0"/>
              </a:rPr>
              <a:t>Color: red text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CF905-34B7-874C-E444-985E14F2DA03}"/>
              </a:ext>
            </a:extLst>
          </p:cNvPr>
          <p:cNvSpPr txBox="1"/>
          <p:nvPr/>
        </p:nvSpPr>
        <p:spPr>
          <a:xfrm>
            <a:off x="914400" y="9652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B050"/>
                </a:solidFill>
                <a:latin typeface="Calibri" panose="020F0502020204030204" pitchFamily="34" charset="0"/>
              </a:rPr>
              <a:t>Color: green text sample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A00FB-2786-DB43-129A-DFDB90E2485C}"/>
              </a:ext>
            </a:extLst>
          </p:cNvPr>
          <p:cNvSpPr txBox="1"/>
          <p:nvPr/>
        </p:nvSpPr>
        <p:spPr>
          <a:xfrm>
            <a:off x="914400" y="1574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70C0"/>
                </a:solidFill>
                <a:latin typeface="Calibri" panose="020F0502020204030204" pitchFamily="34" charset="0"/>
              </a:rPr>
              <a:t>Color: blue text sample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D1E36-D818-C486-BB29-A7F3B9D4862B}"/>
              </a:ext>
            </a:extLst>
          </p:cNvPr>
          <p:cNvSpPr txBox="1"/>
          <p:nvPr/>
        </p:nvSpPr>
        <p:spPr>
          <a:xfrm>
            <a:off x="914400" y="2184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  <a:latin typeface="Calibri" panose="020F0502020204030204" pitchFamily="34" charset="0"/>
              </a:rPr>
              <a:t>Color: orange text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4446D-083C-5FEA-4026-E2DE3530B511}"/>
              </a:ext>
            </a:extLst>
          </p:cNvPr>
          <p:cNvSpPr txBox="1"/>
          <p:nvPr/>
        </p:nvSpPr>
        <p:spPr>
          <a:xfrm>
            <a:off x="914400" y="27940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7B2D8E"/>
                </a:solidFill>
                <a:latin typeface="Calibri" panose="020F0502020204030204" pitchFamily="34" charset="0"/>
              </a:rPr>
              <a:t>Color: purple text sample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81D5-1014-88ED-D290-E5128FB6DE29}"/>
              </a:ext>
            </a:extLst>
          </p:cNvPr>
          <p:cNvSpPr txBox="1"/>
          <p:nvPr/>
        </p:nvSpPr>
        <p:spPr>
          <a:xfrm>
            <a:off x="914400" y="3619500"/>
            <a:ext cx="787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Paragraph aligned left. Lorem ipsum dolor sit amet.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1CCD7-7D21-60F9-0135-57B3031B87FC}"/>
              </a:ext>
            </a:extLst>
          </p:cNvPr>
          <p:cNvSpPr txBox="1"/>
          <p:nvPr/>
        </p:nvSpPr>
        <p:spPr>
          <a:xfrm>
            <a:off x="914400" y="4305300"/>
            <a:ext cx="787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da-DK">
                <a:latin typeface="Calibri" panose="020F0502020204030204" pitchFamily="34" charset="0"/>
              </a:rPr>
              <a:t>Paragraph aligned center. Lorem ipsum dolor sit amet.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42E48-19EA-5D49-A91C-C7BBFB2C0F7D}"/>
              </a:ext>
            </a:extLst>
          </p:cNvPr>
          <p:cNvSpPr txBox="1"/>
          <p:nvPr/>
        </p:nvSpPr>
        <p:spPr>
          <a:xfrm>
            <a:off x="914400" y="4991100"/>
            <a:ext cx="787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>
                <a:latin typeface="Calibri" panose="020F0502020204030204" pitchFamily="34" charset="0"/>
              </a:rPr>
              <a:t>Paragraph aligned right. Lorem ipsum dolor sit amet.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BDA50-1D61-FE8B-5AFB-C6377A36DE2C}"/>
              </a:ext>
            </a:extLst>
          </p:cNvPr>
          <p:cNvSpPr txBox="1"/>
          <p:nvPr/>
        </p:nvSpPr>
        <p:spPr>
          <a:xfrm>
            <a:off x="914400" y="5676900"/>
            <a:ext cx="787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just"/>
            <a:r>
              <a:rPr lang="en-US">
                <a:latin typeface="Calibri" panose="020F0502020204030204" pitchFamily="34" charset="0"/>
              </a:rPr>
              <a:t>Paragraph aligned justify. 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289122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2026-05-16T12:17:11Z</dcterms:created>
  <dcterms:modified xsi:type="dcterms:W3CDTF">2026-05-16T12:17:11Z</dcterms:modified>
</cp:coreProperties>
</file>