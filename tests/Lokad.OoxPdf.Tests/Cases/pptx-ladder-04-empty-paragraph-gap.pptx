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ty Paragraph Gap"/>
          <p:cNvSpPr txBox="1"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>
            <a:lvl1pPr>
              <a:lnSpc>
                <a:spcPct val="90000"/>
              </a:lnSpc>
              <a:buNone/>
              <a:defRPr sz="3600">
                <a:solidFill>
                  <a:srgbClr val="FFFFFF"/>
                </a:solidFill>
                <a:latin typeface="Times New Roman"/>
              </a:defRPr>
            </a:lvl1pPr>
          </a:lstStyle>
          <a:p>
            <a:pPr algn="ctr"/>
            <a:r>
              <a:rPr lang="en-US" sz="4000">
                <a:solidFill>
                  <a:srgbClr val="FFFFFF"/>
                </a:solidFill>
                <a:latin typeface="Times New Roman"/>
              </a:rPr>
              <a:t>FIRST TITLE</a:t>
            </a:r>
          </a:p>
          <a:p>
            <a:pPr algn="ctr"/>
            <a:r>
              <a:rPr lang="en-US" sz="4000">
                <a:solidFill>
                  <a:srgbClr val="FFFFFF"/>
                </a:solidFill>
                <a:latin typeface="Times New Roman"/>
              </a:rPr>
              <a:t>SECOND TITLE</a:t>
            </a:r>
          </a:p>
          <a:p>
            <a:endParaRPr lang="en-US" b="0">
              <a:solidFill>
                <a:srgbClr val="FFFFFF"/>
              </a:solidFill>
              <a:latin typeface="Times New Roman"/>
            </a:endParaRPr>
          </a:p>
          <a:p>
            <a:r>
              <a:rPr lang="en-US" sz="2600">
                <a:solidFill>
                  <a:srgbClr val="FFFFFF"/>
                </a:solidFill>
                <a:latin typeface="Times New Roman"/>
              </a:rPr>
              <a:t>Body text starts after the intentional blank paragraph.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