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 Text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l"/>
            <a:fld id="{11111111-1111-1111-1111-111111111111}" type="slidenum">
              <a:rPr lang="en-US" sz="2400">
                <a:solidFill>
                  <a:srgbClr val="000000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