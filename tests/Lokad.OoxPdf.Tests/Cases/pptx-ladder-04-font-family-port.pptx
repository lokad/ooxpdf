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FB48-0FE4-2E88-B746-E4296BE04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7486F-6E99-1099-EA4B-AA9F6752F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01B4-7298-F346-B476-48C0F125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2D4AD-FA28-2DC3-EB16-77BC8203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3FDB-0AA1-FED8-5169-B079752D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5C5C-2E36-8FC9-0B2B-9CD5DC7C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A236-20FF-99E3-AC55-F8CE16BCC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CA85-B40E-BDD1-1B30-F774B862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0D77-AFB5-C6DA-A2D8-ED22A1A4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D4AED-1BB0-4AD1-97CF-D8502669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1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FD4B-B53B-90F5-23C0-EB892F30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AE2D7-A1F5-FCDE-1A43-C18E5793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D7815-BA3E-4537-15AB-A40E5530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5C6B0-81A8-BC2F-2795-391E4034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ED7F2-A851-38D1-8C56-EA946050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6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E4B3-EAC6-72B5-4BC9-6C714B3F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C428-0D6F-85C5-32E5-71976DC9F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F773E-9175-AC40-77E4-1ED807064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D5AE3-A472-6DD3-986D-C88F2291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22253-DF74-8FA7-3221-098D867C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A6317-4CFD-92FD-082A-F435A3CD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5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BE7B-27D3-AA3C-9DBD-B15214A9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CB59E-2C83-6EEA-9E40-14F10D19E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830B8-6379-23FC-2E79-4B7D2A07A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DA4DE-C8D0-DB10-65BE-6F935A6B8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FA945-98A0-E91E-0D10-C79853CCA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C60E8-B364-6407-ACDF-00355E12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FF5F9-062D-228C-E992-FCDB4339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DB399-F5A4-7B6A-5B1D-839BDF0B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73A9-1178-BBA9-A94B-8D1F7ED1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C6B12-056A-F402-5EF3-CF486990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1A653-76E7-C57B-F61B-2BB3E209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F233E-E224-8586-FC14-26CBEA37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0DC5E-19AD-4D29-E4D0-4311628A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8FEAF-D073-53CB-CEB9-4E365644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B174B-C72D-4A2E-423E-5CD87160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0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E9FF-BD72-80E6-0D36-03B3017F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6BFBE-C3BE-6574-006A-94694A5E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2423D-2344-A881-914A-88BA06A4D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435DF-92A6-118D-BDAB-77FDB058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E7A0-1442-72C5-316E-261199D9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6BFB-D56A-9641-A65B-C2A8490A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2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5C81-7899-BBBF-D953-A6808C21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53575-E122-EE33-CDB9-6481F2DFF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B7FC1-8C03-5AE8-510E-B1507160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02699-17BC-5E6E-381F-738FF061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68ED3-0E72-6648-31F4-55174A3C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5C010-8CA5-F32E-615C-A2F15AF6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8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AEA0-319B-9657-FA61-9F7D817F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A0FBE-124F-CEE7-6D30-39199FB13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AFC8-A5D2-E725-F1AD-C3A099E8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252D7-0471-B25C-114C-FECA38BC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9E2A5-219F-424E-6C20-1DFE2D7B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7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F0A4D-F930-3C9E-526C-9966DC54A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0E01E-60E6-EE31-69EE-366E57400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CA872-2A64-8A55-3A0D-EF10B2439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CEE74-7711-CE46-476F-D6C2511A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59B2-CEED-1CDB-951E-D288CAA8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6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02DFD-2E48-9722-37C0-D15D208A3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FA1D5-E826-2012-1658-B9F2091A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49DF3-FC9A-FC3A-3A1F-1566CAA29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BDEE1-D8F8-402E-879B-D48E9643E15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1AEC0-2F6D-5172-CF0B-034F4DF3E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E2A22-0DB0-3336-8A69-13EF85EE2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EA568-3968-437C-B767-C86B839A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B209B-3F5D-8CC1-B9BB-0937FB9257C4}"/>
              </a:ext>
            </a:extLst>
          </p:cNvPr>
          <p:cNvSpPr txBox="1"/>
          <p:nvPr/>
        </p:nvSpPr>
        <p:spPr>
          <a:xfrm>
            <a:off x="914400" y="482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The quick brown fox jumps over the lazy dog - Times New Roman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B3510-8D40-E998-4B9D-18822F8090CA}"/>
              </a:ext>
            </a:extLst>
          </p:cNvPr>
          <p:cNvSpPr txBox="1"/>
          <p:nvPr/>
        </p:nvSpPr>
        <p:spPr>
          <a:xfrm>
            <a:off x="914400" y="1447800"/>
            <a:ext cx="10414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ourier New" panose="02070309020205020404" pitchFamily="49" charset="0"/>
              </a:rPr>
              <a:t>The quick brown fox jumps over the lazy dog - Courier New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E60C7-72C3-9258-BF95-3E1CAD850252}"/>
              </a:ext>
            </a:extLst>
          </p:cNvPr>
          <p:cNvSpPr txBox="1"/>
          <p:nvPr/>
        </p:nvSpPr>
        <p:spPr>
          <a:xfrm>
            <a:off x="914400" y="24130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Georgia" panose="02040502050405020303" pitchFamily="18" charset="0"/>
              </a:rPr>
              <a:t>The quick brown fox jumps over the lazy dog - Georgia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A516F-7F9B-DC4E-4628-F8BA8F0A1388}"/>
              </a:ext>
            </a:extLst>
          </p:cNvPr>
          <p:cNvSpPr txBox="1"/>
          <p:nvPr/>
        </p:nvSpPr>
        <p:spPr>
          <a:xfrm>
            <a:off x="914400" y="33782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Verdana" panose="020B0604030504040204" pitchFamily="34" charset="0"/>
              </a:rPr>
              <a:t>The quick brown fox jumps over the lazy dog - Verdana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B96CD-A854-AB00-6A1F-3549A4575AD6}"/>
              </a:ext>
            </a:extLst>
          </p:cNvPr>
          <p:cNvSpPr txBox="1"/>
          <p:nvPr/>
        </p:nvSpPr>
        <p:spPr>
          <a:xfrm>
            <a:off x="914400" y="4343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Impact" panose="020B0806030902050204" pitchFamily="34" charset="0"/>
              </a:rPr>
              <a:t>The quick brown fox jumps over the lazy dog -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152D5-0C8F-A2C0-8D62-7F3A0CBCE2D1}"/>
              </a:ext>
            </a:extLst>
          </p:cNvPr>
          <p:cNvSpPr txBox="1"/>
          <p:nvPr/>
        </p:nvSpPr>
        <p:spPr>
          <a:xfrm>
            <a:off x="914400" y="5308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omic Sans MS" panose="030F0702030302020204" pitchFamily="66" charset="0"/>
              </a:rPr>
              <a:t>The quick brown fox jumps over the lazy dog - Comic Sans MS</a:t>
            </a:r>
          </a:p>
        </p:txBody>
      </p:sp>
    </p:spTree>
    <p:extLst>
      <p:ext uri="{BB962C8B-B14F-4D97-AF65-F5344CB8AC3E}">
        <p14:creationId xmlns:p14="http://schemas.microsoft.com/office/powerpoint/2010/main" val="227038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Comic Sans MS</vt:lpstr>
      <vt:lpstr>Courier New</vt:lpstr>
      <vt:lpstr>Georgia</vt:lpstr>
      <vt:lpstr>Impact</vt:lpstr>
      <vt:lpstr>Times New Roman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2026-05-16T12:14:13Z</dcterms:created>
  <dcterms:modified xsi:type="dcterms:W3CDTF">2026-05-16T12:14:13Z</dcterms:modified>
</cp:coreProperties>
</file>