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3DC0-F651-79BD-0FC7-40BEA94BC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AB29C-082E-8AB1-4CDA-2052E0455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060C-68CB-0E48-0A32-8062280D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19BE-1BB2-5ABF-231E-63277786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DF845-2837-BD0A-056C-29DAB1BB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4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D527-47D6-672E-E26B-EBF432658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1BDE8-F0BD-7E0B-4582-A3C30BE0A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755ED-5610-C96F-F9A7-C0985766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B98EC-8FA2-1117-4A19-D483D158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C314D-7052-A9E5-F50B-1074E870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F6E9-62FC-90C4-E6BF-E9C57D6F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D7E77-3024-F34C-A333-72A90D7F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CFC29-4526-B714-F953-861883952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04EB9-F252-B8B9-C8E8-D3CE4188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437CF-D0C3-1465-8747-86F86383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2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49A6-F2F5-087D-E56D-B85FFF10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EC20E-9438-C712-F265-166F78E70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6AB41-5405-E175-C3B1-AA59AB72F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6815D-2084-B000-4B0C-A28B37E54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65808-491B-63B9-AC83-52E5CDD2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DFFBF-2C11-4484-B9E7-2DC58739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01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3A43-A1F1-A9CB-C656-9AC9B5F52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07BFF-6273-6F14-A18C-7AC7B3497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15A47-50CB-48F2-518F-D98806C06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708C8-FB86-CE63-AFD6-E0E1BD6BB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8C31F-2517-C1B5-08C2-8B25EAD20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91754-0C88-8481-CA3B-773F30F5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31739-159B-F36D-67E6-ABB79F09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45646-49F4-0795-08A3-AF7821FC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0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B18A-7E4D-DD9B-74FE-F16C88936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75C98-DCE6-86EF-5716-0C5CD1EA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19528-B752-6E9B-7422-1ED3FFEB3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E7923-EA8A-6F93-7A02-64198E0F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79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69140-1E6B-C4F5-D296-F11FAF69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35D54-E2AA-9131-BBDA-B6737A7C2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CACEE-EFB1-48CE-ED39-867B2AF3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3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BB6D-DD0B-A46B-8297-CF967F13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5F39-DFAE-BFB9-98C7-46CEDFEB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A4138-0EAD-8951-EB6A-29F54B217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06911-0B11-EE66-0180-85598D43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228E2-9369-CC38-DD04-5960A804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31BC8-6993-9864-A965-DBC53A11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A697-44FB-2BF4-77E3-6ED56C578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1F9F28-07FA-6405-6A72-741BB01A2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8D8BB-1F7D-D838-2434-74521B0C3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DFB85-3DD3-E6A8-BE03-875A3D92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53C7C-55AB-0A6D-2B0C-B8BE5C48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172AF-F1B7-F800-83D4-9176EE38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35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039A-FCC8-13F2-7DCA-289D2F0F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9DA48-0011-F431-E86F-1927D3C35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2B6D0-3685-7D0F-70F3-C2D63079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024BF-805D-2E10-6FF5-23256502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3DB90-5FAC-B170-5FDD-00F029CB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72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7A4574-7DCE-6D8C-4797-F1D6B8ABB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FD5FC-D954-9BB3-4C75-1BD5E2AD3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0BD09-7BA5-DBB4-7698-9DF27C2C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BCA53-B86D-7220-5D11-F3433CA3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9ABDC-9EA3-55B9-794D-FA40EC98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4676C1-7117-BB79-2B5C-978AD8C7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88584-0A41-6930-4ADB-EFEF9950E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B9CB4-7254-95FE-9C7F-6D8E7F7BB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5C524-6D0B-4E7E-8DF3-0AF045B8E0F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F700-A1CF-205E-CE30-CA47CBACF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BD4D5-4539-D30A-6A77-D3CCA8F25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49E1A-3508-46B0-86DA-541DF6ECD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15E68A-D7BC-8DFB-14E7-01E44DE60AD2}"/>
              </a:ext>
            </a:extLst>
          </p:cNvPr>
          <p:cNvSpPr txBox="1"/>
          <p:nvPr/>
        </p:nvSpPr>
        <p:spPr>
          <a:xfrm>
            <a:off x="914400" y="304800"/>
            <a:ext cx="1041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</a:rPr>
              <a:t>Font size 10pt sample text</a:t>
            </a:r>
            <a:endParaRPr lang="en-US" sz="1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A528B-BED8-9EC6-7086-C77C1296693C}"/>
              </a:ext>
            </a:extLst>
          </p:cNvPr>
          <p:cNvSpPr txBox="1"/>
          <p:nvPr/>
        </p:nvSpPr>
        <p:spPr>
          <a:xfrm>
            <a:off x="914400" y="8636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400">
                <a:solidFill>
                  <a:srgbClr val="000000"/>
                </a:solidFill>
                <a:latin typeface="Calibri" panose="020F0502020204030204" pitchFamily="34" charset="0"/>
              </a:rPr>
              <a:t>Font size 14pt sample text</a:t>
            </a:r>
            <a:endParaRPr lang="en-US" sz="1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CDE1E-238C-E0A8-54F2-B891C1967F16}"/>
              </a:ext>
            </a:extLst>
          </p:cNvPr>
          <p:cNvSpPr txBox="1"/>
          <p:nvPr/>
        </p:nvSpPr>
        <p:spPr>
          <a:xfrm>
            <a:off x="914400" y="1422400"/>
            <a:ext cx="1041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Calibri" panose="020F0502020204030204" pitchFamily="34" charset="0"/>
              </a:rPr>
              <a:t>Font size 18pt sample text</a:t>
            </a:r>
            <a:endParaRPr 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89846-3B12-274F-EB8F-C3F4CF73DE64}"/>
              </a:ext>
            </a:extLst>
          </p:cNvPr>
          <p:cNvSpPr txBox="1"/>
          <p:nvPr/>
        </p:nvSpPr>
        <p:spPr>
          <a:xfrm>
            <a:off x="914400" y="1981200"/>
            <a:ext cx="1041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</a:rPr>
              <a:t>Font size 24pt sample text</a:t>
            </a:r>
            <a:endParaRPr lang="en-US" sz="2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4250D-EC0F-3C7C-1E55-8182C17FD917}"/>
              </a:ext>
            </a:extLst>
          </p:cNvPr>
          <p:cNvSpPr txBox="1"/>
          <p:nvPr/>
        </p:nvSpPr>
        <p:spPr>
          <a:xfrm>
            <a:off x="914400" y="2603500"/>
            <a:ext cx="10414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600">
                <a:solidFill>
                  <a:srgbClr val="000000"/>
                </a:solidFill>
                <a:latin typeface="Calibri" panose="020F0502020204030204" pitchFamily="34" charset="0"/>
              </a:rPr>
              <a:t>Font size 36pt sample text</a:t>
            </a:r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B8097-A8BB-14B5-95D7-EF44DACFE851}"/>
              </a:ext>
            </a:extLst>
          </p:cNvPr>
          <p:cNvSpPr txBox="1"/>
          <p:nvPr/>
        </p:nvSpPr>
        <p:spPr>
          <a:xfrm>
            <a:off x="914400" y="3441700"/>
            <a:ext cx="10414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4800">
                <a:solidFill>
                  <a:srgbClr val="000000"/>
                </a:solidFill>
                <a:latin typeface="Calibri" panose="020F0502020204030204" pitchFamily="34" charset="0"/>
              </a:rPr>
              <a:t>Font size 48pt sample text</a:t>
            </a:r>
            <a:endParaRPr lang="en-US" sz="4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ACC5E0-6AF9-3557-EDB1-D87AB36A4A3A}"/>
              </a:ext>
            </a:extLst>
          </p:cNvPr>
          <p:cNvSpPr txBox="1"/>
          <p:nvPr/>
        </p:nvSpPr>
        <p:spPr>
          <a:xfrm>
            <a:off x="914400" y="4508500"/>
            <a:ext cx="10414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7200">
                <a:solidFill>
                  <a:srgbClr val="000000"/>
                </a:solidFill>
                <a:latin typeface="Calibri" panose="020F0502020204030204" pitchFamily="34" charset="0"/>
              </a:rPr>
              <a:t>Font size 72pt sample text</a:t>
            </a:r>
            <a:endParaRPr lang="en-US" sz="7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9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2026-05-16T12:15:52Z</dcterms:created>
  <dcterms:modified xsi:type="dcterms:W3CDTF">2026-05-16T12:15:52Z</dcterms:modified>
</cp:coreProperties>
</file>