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9133B-4ED8-E30C-73C8-421987818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ACC129-73FE-9CD1-1CC6-4F95E3200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9C31B-FDD1-EF80-7B02-567461C86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5E5D-5ABF-4E72-8573-BDC684CFF80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C1DD9-74C1-5481-D0D4-D735BAD72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707BE-A7FB-14A0-4943-F85B7E51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51016-5DD3-43BC-A217-42585658C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15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1A554-483C-ACAA-E15B-920EC371A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24454-FA27-7C77-030F-AAA7836AB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B6E1A-1E3A-253C-AA71-AD7F8EE16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5E5D-5ABF-4E72-8573-BDC684CFF80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6368A-22FE-B185-7690-D098B1411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43276-306E-67C1-9E0D-F3A6DF985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51016-5DD3-43BC-A217-42585658C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9AE4B-88AE-BFC9-E2DD-2772E5B8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37EEE-A104-E3C8-4884-56C9496D8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0188D-E86C-A6A5-B291-97422139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5E5D-5ABF-4E72-8573-BDC684CFF80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531D6-4B89-C770-6945-44228362B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0CF3A-94DA-18E2-D663-12B45EB10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51016-5DD3-43BC-A217-42585658C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25354-4D88-567B-D695-D0DD134F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C0682-F1C6-53DE-D00B-D6C9208005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7A7B8-A1D2-58BA-0401-EEA78D19B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90F56-CA76-D533-3968-AA6133E0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5E5D-5ABF-4E72-8573-BDC684CFF80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C34A9-DBBF-200D-691F-6A0AF3D73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FAD1F-7EC5-C0F9-403D-832AE445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51016-5DD3-43BC-A217-42585658C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84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0A793-7F6E-9C8E-A70D-F4760921D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1946C-7866-1578-3D40-BDEA0C2B1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05080-F407-9F8C-B21E-838F63611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DAB0A5-7873-80E6-DB4B-106B30909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C9F69-AF8C-C393-ED3B-F51D475D0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45056D-718B-55EB-0AB1-86C45B1F6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5E5D-5ABF-4E72-8573-BDC684CFF80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9AD2C7-630B-66AD-5EC7-58978EA36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310FB6-6E76-D280-E315-5460D32A2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51016-5DD3-43BC-A217-42585658C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43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0D13-810B-8FBE-9AD3-E366832E4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062C4-4426-9DFB-A4C9-106E66A64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5E5D-5ABF-4E72-8573-BDC684CFF80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D3DABD-E189-F431-DDAE-70E8F490F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B256-D178-F774-B4E9-AF422C5CF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51016-5DD3-43BC-A217-42585658C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5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E56E18-14B1-3170-15B9-1211B64B5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5E5D-5ABF-4E72-8573-BDC684CFF80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5E6AA-117F-A8CE-F2C3-5C1A65EF5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3B15F-BCFD-E05F-7231-D4D15A6E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51016-5DD3-43BC-A217-42585658C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4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6F7A-77F6-E7B4-6E27-C9B4A7EC5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EA568-E468-5E96-1633-91E25F93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39B34D-D390-5B1E-E8E2-4881B1405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60352-6D84-9B8C-281E-CF483CFC1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5E5D-5ABF-4E72-8573-BDC684CFF80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8F642-32BE-BC54-7A72-6E20CBB48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8CFD5-6CF5-9BE5-83A4-6AE86A7C0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51016-5DD3-43BC-A217-42585658C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29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B79B-9A59-3CA3-F99E-BE910882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3B1948-B871-0C7B-9FC3-3BCCB1CA01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CC48B-189F-E5B3-96D3-77E963743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A2BAB-D44A-8BE9-D8FF-5ACB92594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5E5D-5ABF-4E72-8573-BDC684CFF80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2B44A-315B-F316-E3EB-7CF1ADCCA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2B9E8-B78C-E7D9-E662-5A168846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51016-5DD3-43BC-A217-42585658C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8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17D10-E1C6-D710-453B-6EED6984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7ED08-2745-156D-142B-492956B05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1EC9C-1B2D-1013-83E9-4D43F4532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5E5D-5ABF-4E72-8573-BDC684CFF80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4BE4C-3439-8DA6-E152-610A9D3E0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B98A8-FFF3-F94A-68A5-B55884DB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51016-5DD3-43BC-A217-42585658C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86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80F7FB-D88C-46FE-679A-76F4A2DAA9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80CFA-CA92-E481-9FD0-24B6C8395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D6C0F-8AC8-8147-BCA0-10FC83343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15E5D-5ABF-4E72-8573-BDC684CFF80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85F7B-12BB-A7FD-DBC2-02328689E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A47A1-769F-9C53-EFE7-B898A040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51016-5DD3-43BC-A217-42585658C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53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CC8EE1-BD5F-D59E-6057-896E46CFA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B4150-864F-9354-D775-4A603A59E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E4F86-0ECA-6D2D-4BEF-46A4DE5AA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15E5D-5ABF-4E72-8573-BDC684CFF80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CCC81-1904-382A-B24B-9E2A76D99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A6E3D-3879-6DDC-7801-7694688BB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51016-5DD3-43BC-A217-42585658C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93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61A8C6-A873-1BDB-8AF3-1E7E06B2C9F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 xmlns:p="http://schemas.openxmlformats.org/presentationml/2006/main" xmlns:a="http://schemas.openxmlformats.org/drawingml/2006/main"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EB3929-870C-0F72-8CE6-72820F77675F}"/>
              </a:ext>
            </a:extLst>
          </p:cNvPr>
          <p:cNvSpPr/>
          <p:nvPr/>
        </p:nvSpPr>
        <p:spPr>
          <a:xfrm>
            <a:off x="2438400" y="1524000"/>
            <a:ext cx="4267200" cy="12192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FFFFFF"/>
                </a:solidFill>
                <a:latin typeface="Cambria Math" panose="02040503050406030204" pitchFamily="18" charset="0"/>
              </a:rPr>
              <a:t>Theme Center</a:t>
            </a:r>
          </a:p>
        </p:txBody>
      </p:sp>
    </p:spTree>
    <p:extLst>
      <p:ext uri="{BB962C8B-B14F-4D97-AF65-F5344CB8AC3E}">
        <p14:creationId xmlns:p14="http://schemas.microsoft.com/office/powerpoint/2010/main" val="1881644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2026-05-16T09:32:32Z</dcterms:created>
  <dcterms:modified xsi:type="dcterms:W3CDTF">2026-05-16T09:32:32Z</dcterms:modified>
</cp:coreProperties>
</file>