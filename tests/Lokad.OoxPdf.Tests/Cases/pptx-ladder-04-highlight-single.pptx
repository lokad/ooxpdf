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ghlight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4000">
                <a:solidFill>
                  <a:srgbClr val="1F2328"/>
                </a:solidFill>
                <a:highlight>
                  <a:srgbClr val="FFE699"/>
                </a:highlight>
                <a:latin typeface="Arial"/>
              </a:rPr>
              <a:t>Highlighted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