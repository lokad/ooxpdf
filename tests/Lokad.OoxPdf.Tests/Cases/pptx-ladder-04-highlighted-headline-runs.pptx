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E824-DAC9-BCA0-99FF-AA213A423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436E3-3EEB-AEDF-6EB8-40A941DEA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4ADD1-D065-824C-B7D2-A360C76E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8811A-B1A1-71F5-0A2E-2D62E310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57094-EF61-AD5E-6D1B-9E4F773E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17D5-4F3A-0691-8ED4-1A95E8CE4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D24B0-8E35-2AFC-5699-ACCE86A56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90AA7-EE69-2691-7F0E-C4BEE205A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52198-2888-0DA7-D87A-FEBB5C98F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3E57B-566A-53BE-7929-2186D698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5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692A-2EEE-5420-2260-F7AA96D1E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7FBA3-AC20-F060-36A5-34AFE4B01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12F8F-6561-ACD1-1238-827D8F06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E74AB-F99D-B4F4-1E90-0B82C5CE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2952E-F42E-6562-F34A-DCB7B947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B253-BF17-6702-3E09-B1216DA4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5CD42-EBB2-DC39-D8F6-D3E590B1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710AB-0EEE-BB1C-B2F2-927A6E920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DA2F5-568C-BAAA-CCD8-1EDA8E86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5E4A4-1DA4-F550-8B31-97D48013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2DF06-55D0-C98A-F11E-A68A23D3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48B5-6E4C-EE96-6FEA-4197CC023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FE4EC-47CC-5AE6-FFED-CBE2CBFF9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9074E-A14F-10F5-D7D1-848102460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9C2D6-7F1C-8275-D39C-5863AFBA0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BFD179-C8BF-3556-4162-069062202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F400-CF2A-A5B8-B743-C5BAC4FD6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B00C3-09A8-1D78-3B1E-A38DA467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0264C-AF3B-830D-8668-63A690C1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4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924B-FD99-9341-E6D7-0785C831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9F424-92E1-7D24-243A-C2C03E76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1C62C-F29A-ED23-6C34-B5FFAFD3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BEEB5-C628-60D6-ACE3-A2BD19073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1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F16BA-C282-B41E-0C08-0D9ACD3D7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8CFA2-82D8-5D65-D0CF-2F8B11A0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4C2C-2604-AFEC-74E2-9B6E2050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CD96-408F-732B-2E00-1CE6FE27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49089-1F79-A1F4-CDC4-31BBD7028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98AB1-8A23-8AD4-F785-766697F84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4AD52-4AB4-E8EE-26C6-CF4E2FD4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84E1-AB88-84B3-FE46-AAE09E46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DF37B-A259-E3C6-15AD-59568FB9A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6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4521B-199A-E69F-E669-6A86B3469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E2C41-B7A3-2739-18D8-1234ED146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8BD19-E78A-DC2C-A250-FC539B4C5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3DC4E-E0E5-A1E3-1859-5692E3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53E8E-EC64-B0C1-AA31-D938285D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B35E7-4B3A-8C1F-5674-5E090568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958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3F75-2DE5-426A-ACF2-24A84E46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CF545-6B7A-02FF-99F3-120F6C1BD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678E3-7DD1-FFF7-F033-51A50A03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BFEA-6778-519E-790A-78F4EC56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EC7AF-4103-6AEE-320B-834D1629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1F1FA-134F-496F-0B12-31A4DCA7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C582E-1200-1F9C-0A15-DEC34F66B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11D4-4305-07D6-C9E3-44276009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5CD2-ACB7-91B8-D8DC-2EA262D3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ECA63-7080-0FAB-1410-2602C4F0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5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18C92-A43B-4825-F44B-F2023DC9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A65DF-62CC-38C4-AE27-3F08C93E2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B70ED-440C-8B19-0580-D9B3916A84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8A40E-6587-4243-B236-A275C3A57528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CEC3-D6F4-2941-F5BB-DD6EB8D5D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A11F9-3C2B-DD1A-E97C-DE2CFC52F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42963-5188-4B1A-BBCC-0D10589C9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2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5CFA9C-A76B-9AB8-5CB0-ABF1DF0612C4}"/>
              </a:ext>
            </a:extLst>
          </p:cNvPr>
          <p:cNvSpPr txBox="1"/>
          <p:nvPr/>
        </p:nvSpPr>
        <p:spPr>
          <a:xfrm>
            <a:off x="914400" y="1066800"/>
            <a:ext cx="7315200" cy="83099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2400">
                <a:solidFill>
                  <a:srgbClr val="222222"/>
                </a:solidFill>
                <a:latin typeface="Cambria Math"/>
              </a:rPr>
              <a:t>Public headline uses </a:t>
            </a:r>
            <a:r>
              <a:rPr lang="en-US" sz="2400">
                <a:solidFill>
                  <a:srgbClr val="222222"/>
                </a:solidFill>
                <a:highlight>
                  <a:srgbClr val="FFFF00"/>
                </a:highlight>
                <a:latin typeface="Cambria Math"/>
              </a:rPr>
              <a:t>highlighted</a:t>
            </a:r>
            <a:r>
              <a:rPr lang="en-US" sz="2400">
                <a:solidFill>
                  <a:srgbClr val="222222"/>
                </a:solidFill>
                <a:latin typeface="Cambria Math"/>
              </a:rPr>
              <a:t> terms and </a:t>
            </a:r>
            <a:r>
              <a:rPr lang="en-US" sz="2400">
                <a:solidFill>
                  <a:srgbClr val="222222"/>
                </a:solidFill>
                <a:highlight>
                  <a:srgbClr val="FFFF00"/>
                </a:highlight>
                <a:latin typeface="Cambria Math"/>
              </a:rPr>
              <a:t>normal</a:t>
            </a:r>
            <a:r>
              <a:rPr lang="en-US" sz="2400">
                <a:solidFill>
                  <a:srgbClr val="222222"/>
                </a:solidFill>
                <a:latin typeface="Cambria Math"/>
              </a:rPr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58345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2026-05-16T09:59:23Z</dcterms:created>
  <dcterms:modified xsi:type="dcterms:W3CDTF">2026-05-16T09:59:23Z</dcterms:modified>
</cp:coreProperties>
</file>