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talic face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r>
              <a:rPr lang="en-US" sz="4400" i="1">
                <a:solidFill>
                  <a:srgbClr val="1F2328"/>
                </a:solidFill>
                <a:latin typeface="Arial"/>
              </a:rPr>
              <a:t>Italic face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