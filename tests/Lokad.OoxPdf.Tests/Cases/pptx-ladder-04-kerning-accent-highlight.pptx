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80A1C-50A5-873C-A3A5-A342DD431D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60D3F3-CB23-B032-1592-6451D7D9E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FF7B7-645F-FBBF-1A46-68F3647E3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5156-7EF8-4091-BFF0-BB88F296B63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C8026-5EBC-1F4E-8253-325EF03F1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94A80-ED27-FC00-FA8E-C8AF28FF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DD65-E4AB-4728-9925-D512EEE3C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80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55EAD-5945-B74A-D589-FC6060B3D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C0F55-171E-A95C-13EE-3589B9CF8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99A24C-51DE-0452-51F8-F338F086D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5156-7EF8-4091-BFF0-BB88F296B63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77E94-11B9-7BF9-E6F1-D97E5030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3EA58-38FF-984D-FEBD-25B2C9B96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DD65-E4AB-4728-9925-D512EEE3C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33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8DB9-20DA-1003-CB83-6818BC4A0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F9587-8C07-9EBB-177D-AE54DF8087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A0DF3-FE43-6A99-599D-F56CFAA9A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5156-7EF8-4091-BFF0-BB88F296B63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892FE-83F7-9135-B500-C18811D1E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D691F-E3AA-4174-6607-6A30ED96B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DD65-E4AB-4728-9925-D512EEE3C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18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6532-846C-02F8-BE5D-C7F66E0FC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825C3-CCD6-4ABC-75D2-13442BB96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9A0F6-E726-3A58-1915-440167E1BA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B82C3-7AE5-4330-458A-309398813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5156-7EF8-4091-BFF0-BB88F296B63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7FCB4-4B21-DD40-BD31-F8673D5BD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81093-6570-67AC-84DB-030BF0D51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DD65-E4AB-4728-9925-D512EEE3C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058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10C59-7A16-F1A1-C245-493D9DC5C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34144-00E9-1638-E28D-61C01DC54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F2FD54-968F-7DD0-F0ED-1F0AB0BF0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B202A1C-CBB7-152F-8555-EBFC34F14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7C0558-A378-411C-346A-79F4A4A998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66A234-9C3F-4847-3BF3-34C16B832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5156-7EF8-4091-BFF0-BB88F296B63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1498F4-BABC-BC6C-0200-6077592E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449B98-0367-9185-3570-E88983236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DD65-E4AB-4728-9925-D512EEE3C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35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20A4D-AA7A-DF83-B9AA-3A056B6B7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66CFC4-F6C8-5B73-51A4-1985FE54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5156-7EF8-4091-BFF0-BB88F296B63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FEDDA3-7672-608A-92A4-D0A8CFFD9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3666F-8EC6-4EFF-F472-42399E4BA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DD65-E4AB-4728-9925-D512EEE3C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068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8AF27E-8F16-CA66-F6A1-DFACA3D53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5156-7EF8-4091-BFF0-BB88F296B63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878DE0-3F36-87BB-F398-C65698ADD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A359F-EAF4-9772-0BCC-81DA8A7BB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DD65-E4AB-4728-9925-D512EEE3C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00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2DB63-96E3-530E-E318-1B818A23E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7C26A-9F53-6E79-3639-8003BC656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D52B3-E063-DD9B-D010-957D47BA3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FE84D-E6AC-43B2-CCF3-B385FC0B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5156-7EF8-4091-BFF0-BB88F296B63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0F443-C558-AF96-167F-C898BE925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CF82E-E753-F82D-56EF-4E7D0FBD8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DD65-E4AB-4728-9925-D512EEE3C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997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BDA3A-F9D9-104D-EAF6-36DFC3620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FE0F99-A92A-945C-FB86-4AE7B8D05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1DF0B6-B470-33F7-6757-753763FD0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76F86C-ADF8-B232-920E-E2A67D7DE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5156-7EF8-4091-BFF0-BB88F296B63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CB1DAF-CBDD-08E9-6A99-A023D6ECB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93347-95CD-482F-04EF-74193DF2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DD65-E4AB-4728-9925-D512EEE3C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08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F424-ABB0-FFF3-0E47-CBAC853E6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FD6409-607B-A4A1-7695-FCAAEB6C77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59569A-AFCF-10C9-967C-0A0711540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5156-7EF8-4091-BFF0-BB88F296B63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9F9BE-431B-E4DF-E9F3-B06CC5A28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FE9C4-778E-179A-1477-909B435E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DD65-E4AB-4728-9925-D512EEE3C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37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0399D-016E-4042-8E17-CC6E7CEAD9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14D19E-0D3D-331A-619D-A09C7012D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5546A-2940-211B-FE80-5718E0200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05156-7EF8-4091-BFF0-BB88F296B63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47BFE-3D2B-A153-5E99-D0F92325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A3A6D-24B5-5DBA-785D-28A05075C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FDD65-E4AB-4728-9925-D512EEE3C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66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EC9D77-3242-A974-FE72-3157C71E3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4FA1AF-7BEC-9992-655A-DAE5C3F9A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E8AEC-5C14-E733-0CC7-3A19BE8789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805156-7EF8-4091-BFF0-BB88F296B631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42590-6779-6A1F-02ED-0FDAB663BE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595C6-7E16-D3E9-5892-BC3DEDF986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FDD65-E4AB-4728-9925-D512EEE3C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553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5EE322-2A74-AA7D-FDA2-A55FBA95F694}"/>
              </a:ext>
            </a:extLst>
          </p:cNvPr>
          <p:cNvSpPr txBox="1"/>
          <p:nvPr/>
        </p:nvSpPr>
        <p:spPr>
          <a:xfrm>
            <a:off x="914400" y="1016000"/>
            <a:ext cx="7315200" cy="55399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111111"/>
                </a:solidFill>
                <a:effectLst/>
                <a:highlight>
                  <a:srgbClr val="FFFF00"/>
                </a:highlight>
                <a:uLnTx/>
                <a:uFillTx/>
                <a:latin typeface="Cambria Math" panose="02040503050406030204" pitchFamily="18" charset="0"/>
              </a:rPr>
              <a:t>The scale</a:t>
            </a:r>
            <a:r>
              <a:rPr lang="en-US" sz="3600" dirty="0">
                <a:solidFill>
                  <a:srgbClr val="111111"/>
                </a:solidFill>
                <a:latin typeface="Cambria Math" panose="02040503050406030204" pitchFamily="18" charset="0"/>
              </a:rPr>
              <a:t> and growth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FFB748-7798-63B7-A986-5257746C028F}"/>
              </a:ext>
            </a:extLst>
          </p:cNvPr>
          <p:cNvSpPr txBox="1"/>
          <p:nvPr/>
        </p:nvSpPr>
        <p:spPr>
          <a:xfrm>
            <a:off x="914400" y="1905000"/>
            <a:ext cx="7315200" cy="55399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3600">
                <a:solidFill>
                  <a:srgbClr val="111111"/>
                </a:solidFill>
                <a:latin typeface="Cambria Math" panose="02040503050406030204" pitchFamily="18" charset="0"/>
              </a:rPr>
              <a:t>Large Global Supply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1F943B-7450-6406-6DF2-36798875E8FD}"/>
              </a:ext>
            </a:extLst>
          </p:cNvPr>
          <p:cNvSpPr txBox="1"/>
          <p:nvPr/>
        </p:nvSpPr>
        <p:spPr>
          <a:xfrm>
            <a:off x="914400" y="2794000"/>
            <a:ext cx="7315200" cy="55399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3600">
                <a:solidFill>
                  <a:srgbClr val="111111"/>
                </a:solidFill>
                <a:latin typeface="Cambria Math" panose="02040503050406030204" pitchFamily="18" charset="0"/>
              </a:rPr>
              <a:t>Dépendance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F487D5-64EA-39BE-D15F-53F1C96782B5}"/>
              </a:ext>
            </a:extLst>
          </p:cNvPr>
          <p:cNvSpPr txBox="1"/>
          <p:nvPr/>
        </p:nvSpPr>
        <p:spPr>
          <a:xfrm>
            <a:off x="914400" y="3683000"/>
            <a:ext cx="7315200" cy="55399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3600">
                <a:solidFill>
                  <a:srgbClr val="111111"/>
                </a:solidFill>
                <a:latin typeface="Cambria Math" panose="02040503050406030204" pitchFamily="18" charset="0"/>
              </a:rPr>
              <a:t>Lokad en quelques mots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6BDB62-E095-483C-F545-ACA7F6423E9A}"/>
              </a:ext>
            </a:extLst>
          </p:cNvPr>
          <p:cNvSpPr txBox="1"/>
          <p:nvPr/>
        </p:nvSpPr>
        <p:spPr>
          <a:xfrm>
            <a:off x="914400" y="4572000"/>
            <a:ext cx="7315200" cy="553998"/>
          </a:xfrm>
          <a:prstGeom prst="rect">
            <a:avLst/>
          </a:prstGeom>
          <a:noFill/>
        </p:spPr>
        <p:txBody>
          <a:bodyPr vert="horz" lIns="0" tIns="0" rIns="0" bIns="0" rtlCol="0" anchor="t">
            <a:spAutoFit/>
          </a:bodyPr>
          <a:lstStyle/>
          <a:p>
            <a:r>
              <a:rPr lang="en-US" sz="3600">
                <a:solidFill>
                  <a:srgbClr val="111111"/>
                </a:solidFill>
                <a:latin typeface="Cambria Math" panose="02040503050406030204" pitchFamily="18" charset="0"/>
              </a:rPr>
              <a:t>To Vo Wa Ta AV</a:t>
            </a:r>
          </a:p>
        </p:txBody>
      </p:sp>
    </p:spTree>
    <p:extLst>
      <p:ext uri="{BB962C8B-B14F-4D97-AF65-F5344CB8AC3E}">
        <p14:creationId xmlns:p14="http://schemas.microsoft.com/office/powerpoint/2010/main" val="10890173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2026-05-16T10:29:58Z</dcterms:created>
  <dcterms:modified xsi:type="dcterms:W3CDTF">2026-05-16T10:29:58Z</dcterms:modified>
</cp:coreProperties>
</file>