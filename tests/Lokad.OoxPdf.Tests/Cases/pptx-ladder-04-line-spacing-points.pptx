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solute Line Spacing"/>
          <p:cNvSpPr txBox="1"/>
          <p:nvPr/>
        </p:nvSpPr>
        <p:spPr>
          <a:xfrm>
            <a:off x="914400" y="91440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>
              <a:lnSpc>
                <a:spcPts val="3600"/>
              </a:lnSpc>
            </a:pPr>
            <a:r>
              <a:rPr lang="en-US" sz="2400">
                <a:solidFill>
                  <a:srgbClr val="1F2328"/>
                </a:solidFill>
                <a:latin typeface="Arial"/>
              </a:rPr>
              <a:t>Line one</a:t>
            </a:r>
            <a:br/>
            <a:r>
              <a:rPr lang="en-US" sz="2400">
                <a:solidFill>
                  <a:srgbClr val="1F2328"/>
                </a:solidFill>
                <a:latin typeface="Arial"/>
              </a:rPr>
              <a:t>Line two</a:t>
            </a:r>
            <a:br/>
            <a:r>
              <a:rPr lang="en-US" sz="2400">
                <a:solidFill>
                  <a:srgbClr val="1F2328"/>
                </a:solidFill>
                <a:latin typeface="Arial"/>
              </a:rPr>
              <a:t>Line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