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12837-4BD5-D2F9-D075-3A0BF2569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C59790-18B1-F7D4-7787-D3145AE52A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A9ED6-C659-89A8-1BE9-F45E0500E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4D10-0918-405C-98AE-BC98B3E8D96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6D70C-4FF4-557D-9C50-3D42DC5EF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A4C56-180F-46FC-DFAE-697D69509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AA52D-C965-4010-947A-9F643207C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217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07562-D105-DD57-6350-C3529C699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3FB1E-D222-B613-B384-0B369FA07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B92C1-7ACC-6F08-FAD7-A851F36F0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4D10-0918-405C-98AE-BC98B3E8D96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6247D-F3E7-B08D-A33E-0C923B6BA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1F9C5-D10A-EF54-68D7-961A687F8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AA52D-C965-4010-947A-9F643207C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556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15B0F-AAF0-9952-2D71-0FC7A0984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25F67-81C1-3F24-66D6-F637FFAC8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9E4B8-34C6-EACE-72F8-E57535880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4D10-0918-405C-98AE-BC98B3E8D96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8E934-9290-9EC1-D15F-84ED37A0B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59F2B-467B-7488-F3E9-E85767F2B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AA52D-C965-4010-947A-9F643207C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34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2409-F769-8A31-2E9B-25CF61F50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EF3E5-5CE9-0D14-2AC1-EAA8FC362C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C80ED-A753-E640-FAA7-46E503AB4F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881E17-36F0-EAF1-F32B-583023519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4D10-0918-405C-98AE-BC98B3E8D96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2C744-BC0E-139A-192D-E04CDBCFB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6F83C-DD44-42C4-8AE3-C2A999E08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AA52D-C965-4010-947A-9F643207C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677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D5C85-9FF2-6D44-F03E-75D6D6402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CC2F24-92D2-CC95-98B9-2A5158791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B0A3EC-017B-C988-63AD-AC36AC0D05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3FCC0C-ECB7-FD49-829B-357F7C9009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2EBAFB-4F61-4552-AB21-5B74000ABD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A76C75-87C3-0211-3362-48DD60ACE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4D10-0918-405C-98AE-BC98B3E8D96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81786D-9D8C-74B8-D524-36874E2B9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8446FF-F381-BFDF-7EB2-A145CF259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AA52D-C965-4010-947A-9F643207C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176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9DEC6-1B9E-5AE0-3FF2-D40E848E9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B4C5D6-47FF-A4F2-BABA-DFCFCB719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4D10-0918-405C-98AE-BC98B3E8D96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F33EE0-A7C9-3F8D-70F8-3C7CC4CCF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1994A7-38C4-2CB5-74CD-8C668790B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AA52D-C965-4010-947A-9F643207C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15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54CA13-23BF-A4E0-F290-A53277CCB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4D10-0918-405C-98AE-BC98B3E8D96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C94C2B-F56C-41A0-856D-1303A1913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04685-831F-DA83-28C3-2ADE73692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AA52D-C965-4010-947A-9F643207C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19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6C2A3-7103-0BD7-C796-081FA3BDC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CF4E3-0EB3-41EF-21CA-52673CA8B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B777A4-8B42-EB4A-F866-B3FFA3120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37677D-60CC-9B38-8986-FD3A2394A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4D10-0918-405C-98AE-BC98B3E8D96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E6E99-7112-1C4E-B50E-C969F834D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F6BA7-6F3A-E5C7-50C9-8575C89FF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AA52D-C965-4010-947A-9F643207C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619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68233-52A1-3051-2E68-05F5AFE08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35AF50-51C7-0212-7982-3A8CE1D4F6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A73F82-CD16-E63A-98CB-412816412E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AA5A7-AAFF-A66E-7A0B-D0C65E072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4D10-0918-405C-98AE-BC98B3E8D96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F6AA93-521C-31E9-7156-160A91A68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C1BCA-CAE2-7925-FA00-474F279DE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AA52D-C965-4010-947A-9F643207C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584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09C78-3E83-A2E5-9EA5-D47A7C07C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3BC9CC-FEF4-5F70-14E7-DF890E902C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2C30C-B8AB-CA07-73A3-4382ECFA7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4D10-0918-405C-98AE-BC98B3E8D96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ED7D7-F1C0-ECDB-7D67-0473BD9C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DD5A5-C6E0-4528-C375-BAE7B2BF3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AA52D-C965-4010-947A-9F643207C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555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FB8851-5CAB-3904-8601-7CDC582145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7CDC8-3ED7-597B-C650-3A4F4E58CD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03914-D66D-BB92-D68F-9B4AF2692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4D10-0918-405C-98AE-BC98B3E8D96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2AD30-4FF1-29F6-41CC-81E5A170A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0C3BB-BE4D-9086-A734-CA1DB6DC6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AA52D-C965-4010-947A-9F643207C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437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569AD0-CF95-0701-2FCD-208AB82C5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750842-AFEF-E8B7-5C89-1523378BC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DF5B2-132A-202C-5A6B-6330A33D79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8B4D10-0918-405C-98AE-BC98B3E8D96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DC5B2-C842-5498-BD95-FE3A1615A3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84E37-2ECF-605C-A7F8-8C217E8D82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DAA52D-C965-4010-947A-9F643207C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854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3C58B8-6232-7D29-514C-8BFB7A8C0FDC}"/>
              </a:ext>
            </a:extLst>
          </p:cNvPr>
          <p:cNvSpPr txBox="1"/>
          <p:nvPr/>
        </p:nvSpPr>
        <p:spPr>
          <a:xfrm>
            <a:off x="914400" y="609600"/>
            <a:ext cx="9652000" cy="230832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>
                <a:latin typeface="Calibri" panose="020F0502020204030204" pitchFamily="34" charset="0"/>
              </a:rPr>
              <a:t>Line 1: Lorem ipsum dolor sit amet, consectetur adipiscing elit.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>
                <a:latin typeface="Calibri" panose="020F0502020204030204" pitchFamily="34" charset="0"/>
              </a:rPr>
              <a:t>Line 2: Lorem ipsum dolor sit amet, consectetur adipiscing elit.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>
                <a:latin typeface="Calibri" panose="020F0502020204030204" pitchFamily="34" charset="0"/>
              </a:rPr>
              <a:t>Line 3: Lorem ipsum dolor sit amet, consectetur adipiscing elit.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>
                <a:latin typeface="Calibri" panose="020F0502020204030204" pitchFamily="34" charset="0"/>
              </a:rPr>
              <a:t>Line 4: Lorem ipsum dolor sit amet, consectetur adipiscing elit.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>
                <a:latin typeface="Calibri" panose="020F0502020204030204" pitchFamily="34" charset="0"/>
              </a:rPr>
              <a:t>Line 5: Lorem ipsum dolor sit amet, consectetur adipiscing elit.</a:t>
            </a:r>
          </a:p>
        </p:txBody>
      </p:sp>
    </p:spTree>
    <p:extLst>
      <p:ext uri="{BB962C8B-B14F-4D97-AF65-F5344CB8AC3E}">
        <p14:creationId xmlns:p14="http://schemas.microsoft.com/office/powerpoint/2010/main" val="3516865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</Words>
  <Application>Microsoft Office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2026-05-16T12:21:04Z</dcterms:created>
  <dcterms:modified xsi:type="dcterms:W3CDTF">2026-05-16T12:21:04Z</dcterms:modified>
</cp:coreProperties>
</file>