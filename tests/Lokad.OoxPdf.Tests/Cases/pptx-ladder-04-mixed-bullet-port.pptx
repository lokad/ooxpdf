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D1A23-6D6D-942E-B95D-718E87189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C3F40-4E02-C4CB-4203-6B4497331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265DF-B811-300A-5F1A-CBB833582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B4068-D600-4F90-908F-2E12AA47B1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1A20A-4E8B-9DC9-B59E-10E58BA04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7F34D-B1B6-C739-0074-3BC15AFA4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ACA1-41D8-4B0E-A020-DDE8DC273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17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DC3F-4964-7F03-B907-685E0ACB3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E6F58-5B85-0C9B-8808-B88688ED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E08A8-80A2-709D-CB6A-E502F3D5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B4068-D600-4F90-908F-2E12AA47B1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D60CE-022F-F624-D47C-8E71630B9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83A62-C48A-60D5-243C-D53BAAD9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ACA1-41D8-4B0E-A020-DDE8DC273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57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6D089-8251-5ADC-E9C0-A54822730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9C740-2DB2-A6CC-AD1A-FF4576D00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02F4F-C23A-AD11-F2EB-FC8FAD4D5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B4068-D600-4F90-908F-2E12AA47B1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DA265-D916-AADA-EA41-5E0067CA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BD4A9-48EF-BC70-58CE-7CE3C530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ACA1-41D8-4B0E-A020-DDE8DC273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4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36C07-0FBB-3F9F-5A88-8EB558E0E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61601-E343-AD02-8CD1-C5AF63B5AE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75E1A-B3BE-E742-E461-F66D43C77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D879D-C70B-BD29-3D71-1014E519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B4068-D600-4F90-908F-2E12AA47B1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3123D-C9BF-CFBE-65E8-FA509918F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09804-DEED-AC05-FB4D-E01F409A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ACA1-41D8-4B0E-A020-DDE8DC273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3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1A3A6-E28D-03B8-0788-B5F8F92A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4E8D4-B6C2-3775-FE0E-6478F9C34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C7820-DF8D-3AB6-576B-EF47786E9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2EA2E6-77C3-AF61-3CF4-DDE799B18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5A02DE-432B-230A-697D-857A0B23F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8C0221-61BC-1934-EA61-A93F58CBD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B4068-D600-4F90-908F-2E12AA47B1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CE52F-C4D1-F0F4-624B-F25B8BEFD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AC0203-BBFE-43B2-FD38-24DF0BFD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ACA1-41D8-4B0E-A020-DDE8DC273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70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BB3EF-5CB2-91C4-BEB3-339E8C8F5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9CD29A-EE60-4FCA-D37B-F0A105282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B4068-D600-4F90-908F-2E12AA47B1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E967E-B291-966B-500C-3CF342EF7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D9E6AC-3493-3E08-2206-6772C365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ACA1-41D8-4B0E-A020-DDE8DC273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3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61C1C0-8BB3-9FDC-9EF2-4FC6F8D43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B4068-D600-4F90-908F-2E12AA47B1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E7852-87CD-18A8-9B93-154D35E51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839EE-17B8-111B-66DB-9E90936E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ACA1-41D8-4B0E-A020-DDE8DC273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26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7393-9501-80E0-499E-23E279667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E8902-2793-9224-95AD-737287A09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EBA70-9CAA-1483-789E-2E982C202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610EB-8EB1-2A55-4F41-8B7D95347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B4068-D600-4F90-908F-2E12AA47B1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D78E6-3F8B-BC24-76DF-ED663494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8DFA6-19DD-158B-6076-EB4D4355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ACA1-41D8-4B0E-A020-DDE8DC273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F773-522D-09CD-8487-7A7B174FD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DB8D28-1E5D-6102-8F1C-79EA092E3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4DA52-FD1D-DA08-2FD3-EB573FED3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69E1E-4485-8DE5-E2CF-C08FB6E0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B4068-D600-4F90-908F-2E12AA47B1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19FEE-24A5-9E72-340A-8F772F0C0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F2CC2-BB6B-4757-5A2F-0FAA2239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ACA1-41D8-4B0E-A020-DDE8DC273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2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E34A-5789-E48D-081D-94016473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8FD89B-4AF4-5313-DA1B-793A025D7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A8F84-65C5-E0E7-5370-011B90CCE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B4068-D600-4F90-908F-2E12AA47B1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A7E17-1453-005D-A907-D04EEC6C7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BDB74-218D-E1B8-0A1C-5DAC8384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ACA1-41D8-4B0E-A020-DDE8DC273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48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EDE49F-174A-B4D6-BE90-59C7F62A3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4A9E8-6F43-0A4D-68B4-8B8501FA9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CBBD1-5A48-D7D0-330A-B609C8CB8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B4068-D600-4F90-908F-2E12AA47B1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8DAB7-7CC3-7584-D372-9C62BDF98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32033-A806-2914-6527-09FBF5ED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ACA1-41D8-4B0E-A020-DDE8DC273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70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212284-50E3-E9DA-CF0B-5E11E0672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C2DFB-C50D-C967-FF51-0AF0F27A8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6BD27-C3C4-3925-36BD-4E14964AB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FB4068-D600-4F90-908F-2E12AA47B1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4EEEB-FDD9-BBD4-1196-F5F32DC5EF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371E9-CD2A-C5B2-832E-FDDDE7D3E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D9ACA1-41D8-4B0E-A020-DDE8DC273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52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99EE98-BFF3-B478-9CB3-5DC9E46238A3}"/>
              </a:ext>
            </a:extLst>
          </p:cNvPr>
          <p:cNvSpPr txBox="1"/>
          <p:nvPr/>
        </p:nvSpPr>
        <p:spPr>
          <a:xfrm>
            <a:off x="914400" y="457200"/>
            <a:ext cx="10414000" cy="120032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</a:rPr>
              <a:t>Title in Bold 36pt</a:t>
            </a:r>
          </a:p>
          <a:p>
            <a:r>
              <a:rPr lang="en-US" sz="2400" i="1">
                <a:latin typeface="Georgia" panose="02040502050405020303" pitchFamily="18" charset="0"/>
              </a:rPr>
              <a:t>Subtitle in italic 24pt - </a:t>
            </a:r>
            <a:r>
              <a:rPr lang="en-US" sz="2400" i="1">
                <a:solidFill>
                  <a:srgbClr val="0070C0"/>
                </a:solidFill>
                <a:latin typeface="Georgia" panose="02040502050405020303" pitchFamily="18" charset="0"/>
              </a:rPr>
              <a:t>with colored segment</a:t>
            </a:r>
          </a:p>
          <a:p>
            <a:r>
              <a:rPr lang="en-US">
                <a:latin typeface="Calibri" panose="020F0502020204030204" pitchFamily="34" charset="0"/>
              </a:rPr>
              <a:t>Body text in Calibri 18pt. Lorem ipsum dolor sit amet.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F7028-FCFF-929C-49F6-1A4FB35D9508}"/>
              </a:ext>
            </a:extLst>
          </p:cNvPr>
          <p:cNvSpPr txBox="1"/>
          <p:nvPr/>
        </p:nvSpPr>
        <p:spPr>
          <a:xfrm>
            <a:off x="914400" y="3581400"/>
            <a:ext cx="7874000" cy="193899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latin typeface="Calibri" panose="020F0502020204030204" pitchFamily="34" charset="0"/>
              </a:rPr>
              <a:t>First level item A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>
                <a:latin typeface="Calibri" panose="020F0502020204030204" pitchFamily="34" charset="0"/>
              </a:rPr>
              <a:t>Second level item A.1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>
                <a:latin typeface="Calibri" panose="020F0502020204030204" pitchFamily="34" charset="0"/>
              </a:rPr>
              <a:t>Second level item A.2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Calibri" panose="020F0502020204030204" pitchFamily="34" charset="0"/>
              </a:rPr>
              <a:t>First level item B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>
                <a:latin typeface="Calibri" panose="020F0502020204030204" pitchFamily="34" charset="0"/>
              </a:rPr>
              <a:t>Second level item B.1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>
                <a:latin typeface="Calibri" panose="020F0502020204030204" pitchFamily="34" charset="0"/>
              </a:rPr>
              <a:t>Third level item B.1.a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Calibri" panose="020F0502020204030204" pitchFamily="34" charset="0"/>
              </a:rPr>
              <a:t>First level item C</a:t>
            </a:r>
          </a:p>
        </p:txBody>
      </p:sp>
    </p:spTree>
    <p:extLst>
      <p:ext uri="{BB962C8B-B14F-4D97-AF65-F5344CB8AC3E}">
        <p14:creationId xmlns:p14="http://schemas.microsoft.com/office/powerpoint/2010/main" val="1657189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Georgia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2026-05-16T12:19:42Z</dcterms:created>
  <dcterms:modified xsi:type="dcterms:W3CDTF">2026-05-16T12:19:42Z</dcterms:modified>
</cp:coreProperties>
</file>