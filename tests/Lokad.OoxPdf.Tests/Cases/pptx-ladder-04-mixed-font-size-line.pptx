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ed Font Size Line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/>
          <a:lstStyle/>
          <a:p>
            <a:r>
              <a:rPr lang="en-US" sz="3600">
                <a:solidFill>
                  <a:srgbClr val="1F2328"/>
                </a:solidFill>
                <a:latin typeface="Arial"/>
              </a:rPr>
              <a:t>Large </a:t>
            </a:r>
            <a:r>
              <a:rPr lang="en-US" sz="1800">
                <a:solidFill>
                  <a:srgbClr val="1F2328"/>
                </a:solidFill>
                <a:latin typeface="Arial"/>
              </a:rPr>
              <a:t>small </a:t>
            </a:r>
            <a:r>
              <a:rPr lang="en-US" sz="3600">
                <a:solidFill>
                  <a:srgbClr val="1F2328"/>
                </a:solidFill>
                <a:latin typeface="Arial"/>
              </a:rPr>
              <a:t>Large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