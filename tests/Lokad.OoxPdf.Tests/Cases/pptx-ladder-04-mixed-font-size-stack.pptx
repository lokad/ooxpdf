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ed Font Size Stack"/>
          <p:cNvSpPr txBox="1"/>
          <p:nvPr/>
        </p:nvSpPr>
        <p:spPr>
          <a:xfrm>
            <a:off x="914400" y="914400"/>
            <a:ext cx="7315200" cy="274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3600">
                <a:solidFill>
                  <a:srgbClr val="1F2328"/>
                </a:solidFill>
                <a:latin typeface="Arial"/>
              </a:rPr>
              <a:t>Large paragraph</a:t>
            </a:r>
          </a:p>
          <a:p>
            <a:r>
              <a:rPr lang="en-US" sz="1800">
                <a:solidFill>
                  <a:srgbClr val="1F2328"/>
                </a:solidFill>
                <a:latin typeface="Arial"/>
              </a:rPr>
              <a:t>Small paragraph</a:t>
            </a:r>
          </a:p>
          <a:p>
            <a:r>
              <a:rPr lang="en-US" sz="3600">
                <a:solidFill>
                  <a:srgbClr val="1F2328"/>
                </a:solidFill>
                <a:latin typeface="Arial"/>
              </a:rPr>
              <a:t>Large paragraph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