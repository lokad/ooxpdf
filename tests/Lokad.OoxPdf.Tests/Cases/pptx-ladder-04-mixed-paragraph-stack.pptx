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xed Paragraph Stack"/>
          <p:cNvSpPr txBox="1"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ctr"/>
            <a:r>
              <a:rPr lang="en-US" sz="4000">
                <a:solidFill>
                  <a:srgbClr val="FFFFFF"/>
                </a:solidFill>
                <a:latin typeface="Times New Roman"/>
              </a:rPr>
              <a:t>SECTION ONE</a:t>
            </a:r>
          </a:p>
          <a:p>
            <a:pPr algn="ctr"/>
            <a:r>
              <a:rPr lang="en-US" sz="4000">
                <a:solidFill>
                  <a:srgbClr val="FFFFFF"/>
                </a:solidFill>
                <a:latin typeface="Times New Roman"/>
              </a:rPr>
              <a:t>READY TO USE</a:t>
            </a:r>
          </a:p>
          <a:p>
            <a:r>
              <a:rPr lang="en-US" sz="2600">
                <a:solidFill>
                  <a:srgbClr val="FFFFFF"/>
                </a:solidFill>
                <a:latin typeface="Times New Roman"/>
              </a:rPr>
              <a:t>Modify slides as follows and </a:t>
            </a:r>
            <a:r>
              <a:rPr lang="en-US" sz="2600" u="sng">
                <a:solidFill>
                  <a:srgbClr val="FFFFFF"/>
                </a:solidFill>
                <a:latin typeface="Times New Roman"/>
              </a:rPr>
              <a:t>change the name</a:t>
            </a:r>
          </a:p>
          <a:p>
            <a:pPr marL="457200" indent="-228600">
              <a:buFont typeface="Times New Roman"/>
              <a:buChar char="•"/>
            </a:pPr>
            <a:r>
              <a:rPr lang="en-US" sz="1800">
                <a:solidFill>
                  <a:srgbClr val="FFFFFF"/>
                </a:solidFill>
                <a:latin typeface="Times New Roman"/>
              </a:rPr>
              <a:t>Adapt context slide to client</a:t>
            </a:r>
          </a:p>
          <a:p>
            <a:pPr marL="457200" indent="-228600">
              <a:buFont typeface="Times New Roman"/>
              <a:buChar char="•"/>
            </a:pPr>
            <a:r>
              <a:rPr lang="en-US" sz="1800">
                <a:solidFill>
                  <a:srgbClr val="FFFFFF"/>
                </a:solidFill>
                <a:latin typeface="Times New Roman"/>
              </a:rPr>
              <a:t>Add technical slide if the subject goes beyond pure purchase and dispatch optimization for the 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