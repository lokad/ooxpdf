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dyProbe"/>
          <p:cNvSpPr/>
          <p:nvPr>
            <p:ph type="body" idx="1"/>
          </p:nvPr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 tIns="0" bIns="0"/>
          <a:lstStyle/>
          <a:p>
            <a:r>
              <a:t>BodyText</a:t>
            </a:r>
          </a:p>
        </p:txBody>
      </p:sp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