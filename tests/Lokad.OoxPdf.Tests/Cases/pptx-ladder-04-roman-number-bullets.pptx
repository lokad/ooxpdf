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n Number Bullets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AutoNum type="romanLcPeriod" startAt="4"/>
            </a:pPr>
            <a:r>
              <a:rPr lang="en-US" sz="2400">
                <a:solidFill>
                  <a:srgbClr val="1F2328"/>
                </a:solidFill>
                <a:latin typeface="Arial"/>
              </a:rPr>
              <a:t>Roman numbered item</a:t>
            </a:r>
          </a:p>
          <a:p>
            <a:pPr marL="457200" indent="-228600">
              <a:buAutoNum type="romanLcPeriod"/>
            </a:pPr>
            <a:r>
              <a:rPr lang="en-US" sz="2400">
                <a:solidFill>
                  <a:srgbClr val="1F2328"/>
                </a:solidFill>
                <a:latin typeface="Arial"/>
              </a:rPr>
              <a:t>Next roman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