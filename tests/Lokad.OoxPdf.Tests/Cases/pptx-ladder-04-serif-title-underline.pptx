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ed Serif Title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SECTION TITLE</a:t>
            </a:r>
          </a:p>
        </p:txBody>
      </p:sp>
      <p:sp>
        <p:nvSpPr>
          <p:cNvPr id="3" name="Underlined Run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2600">
                <a:solidFill>
                  <a:srgbClr val="FFFFFF"/>
                </a:solidFill>
                <a:latin typeface="Times New Roman"/>
              </a:rPr>
              <a:t>Plain words and </a:t>
            </a:r>
            <a:r>
              <a:rPr lang="en-US" sz="2600" u="sng">
                <a:solidFill>
                  <a:srgbClr val="FFFFFF"/>
                </a:solidFill>
                <a:latin typeface="Times New Roman"/>
              </a:rPr>
              <a:t>underlined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