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7B8E-0652-6B22-1462-32F92CDA1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78783-1D10-7623-7AAF-CA41CF37C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F9FD-56AB-C26D-0DC0-4B469F14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0748D-8335-6BA6-2FF0-FD52E838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35EE4-33B6-6BA1-5E1D-B5537072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9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3EC5-4ED1-AD11-906B-6D38E674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6CC59-E003-FC42-B767-F91AB1654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1ED93-1DB3-B5F2-35C1-B3903B7D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5952F-EDD0-8ABD-E4C7-8B73648B5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1177C-0102-D084-BC6C-10B2419A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2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6C46-0A08-0A5D-FA1D-AD46E3D5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112AC-06CF-F5B5-9D13-5F163D980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84AF-D263-7159-8FAC-CF89D165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8DE06-F593-FCF0-A4C5-6DF7D36E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F3798-E1B7-4493-0491-F207CB59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2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50B5-0E83-4134-D5C7-0352DB93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E42E-3765-0C72-C9A5-E9F437FCC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50B8F-FEA1-C169-313B-21665459A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7C299-439C-1AD1-DE2B-B6F5BB81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07836-DD65-8E00-228D-E271E4E5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A78E4-08E9-0083-69D3-C2655A51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822E-7B37-EFC6-0091-E57B1DD7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792EB-ECD2-ADB3-C6DA-48C687C5F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805AB-7206-08E7-B7B1-AC2596C83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D22D7-B259-F758-E079-B3D5BD8DD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B1B16-BA9C-2422-12E8-B2B61EDBD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C822F-C867-2F6E-0676-55661CD0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C4C58-494C-521B-75FC-1B2B738BD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A81D13-6A8C-D976-4268-B2FDE106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2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A82E-CA35-48D0-97AB-BD83FDD8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B90ED-683E-286E-844F-A9F85276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50154-0ED2-F432-927B-F7C63BB7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602A2-0EFB-BB25-80D2-101AEC30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0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44774-9059-CC23-5BF2-21CFE188A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8EF5B-931E-21DB-0B9B-FF634394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F68F8-C22D-BAB2-A640-6A409ECE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2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9C19-EE32-5637-16D4-A449D18C7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CFA47-22F2-8AC0-CCA7-3217AC2D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2DD5F-F67D-2729-275C-E7DF4980E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D5990-25B7-5F56-59FF-194F66F6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6D861-758F-E371-B43E-9CE170EC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1EAD5-1946-8474-DBDC-BE3F75A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42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E23B-7447-143D-114D-168CF960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FF00E-EB96-D9CC-0985-6D16F9F5D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E1F4B-9E80-12CB-868F-485E9C9FD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94CCC-9DD5-E28C-C5AE-BF710C00B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7A04D-5D70-FF77-91A7-16F1E625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C51D4-79B7-E558-B17A-7F1CA749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2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EE6A-FE40-E8D9-FDF4-E4DB9EAB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10C76-CDE9-8E80-3224-D24B8E2C9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43D8D-4670-5E7E-2411-D34C8282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705A-0580-1585-E330-DF353EF0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62160-5425-680F-EEC9-762FED81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7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E2B0D-83E3-A6E7-23AE-DF0CEAB8C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8569B-C427-15B9-A857-C311912FC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55272-23B3-98D0-C2D3-4E35378A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A7A29-DFF5-20CC-83DA-6655BF25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FED60-FB7D-2A40-8F62-D30E9C2A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4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A57E2-F9B3-E82F-8783-CAD3C42F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4860B-0AD5-99CC-7A6B-CFC248141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1F70-9115-F03A-E345-C53C6524B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B9A06-1F74-345A-540B-E0540F450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8293E-901E-6BA9-1803-974DAA2B8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1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mall Caps"/>
          <p:cNvSpPr txBox="1"/>
          <p:nvPr/>
        </p:nvSpPr>
        <p:spPr>
          <a:xfrm>
            <a:off x="914400" y="914400"/>
            <a:ext cx="9144000" cy="1371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/>
          <a:lstStyle/>
          <a:p>
            <a:r>
              <a:rPr lang="en-US" sz="3600" cap="small">
                <a:solidFill>
                  <a:srgbClr val="000000"/>
                </a:solidFill>
                <a:latin typeface="Arial"/>
              </a:rPr>
              <a:t>Small Caps Test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2026-05-14T11:56:57Z</dcterms:created>
  <dcterms:modified xsi:type="dcterms:W3CDTF">2026-05-14T11:56:57Z</dcterms:modified>
</cp:coreProperties>
</file>