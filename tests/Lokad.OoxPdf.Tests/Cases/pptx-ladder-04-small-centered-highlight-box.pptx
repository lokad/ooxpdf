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6744-3FF8-BDE6-0492-3EA82109E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DFC0D-B177-0F1A-12F5-3F4602FD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1457D-E9AA-84C3-3C90-AE07F94BF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1AD2E-3366-4405-C6D2-89268E38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856AC-7B46-91E3-3724-A1BF58C7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0480-40C7-3963-2382-752CC07B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A17D-6EEA-BCE6-2526-CF6D3E304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B99B9-CA47-D2CF-8EF3-E53186F8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5F996-1F7A-1EF9-356C-B3D23D546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EAAE8-C72E-63E0-D753-E84BC275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9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BEAF-B02C-26F5-BBD9-4831AA34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B5B4B-AEDF-C9FB-8810-0A8EC0313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92CC5-491E-6DBC-4ACE-F0723DC7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1D9D3-2FDF-3469-7168-EE1DD868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37450-33EF-9F00-9402-D0B7F658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9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9F257-84D7-1D5A-7859-CC4D541A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5E3BB-0A31-7AAE-3219-BC1459DB1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EF055-C3F0-109C-BF51-C31355174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F2B7-0CB2-0308-B012-F4F13F14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488B-4026-CFEA-5E56-5223FB53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34182-4694-A098-48AE-8F085E5F1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D7FE-E8BC-2F64-96DC-5452F90E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72FF6-5AED-DE45-07FB-1B1E5965E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08F2A-DC81-62A8-68A8-0D2EE056C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E383D-FA80-D173-CB9B-7DC705361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0C64C-2495-FAD4-F8BE-351D53705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9365E-0943-2D90-DE9D-D22C7AED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9263F-5EB9-663A-5651-5D0186CC5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75EB1-3E68-7C90-68CD-2E2BC5E3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08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95DC-F493-EB02-F306-FF899F1A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64C3C-FB0C-E6F1-BFB3-0CE22689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D882E-C595-9083-24A8-9FE830EC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15229-A062-45CD-99A3-83F62673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0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1D046-5427-A955-507F-C97E64ED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0E08C-3720-88EF-CD70-0AA163719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36A29-E15A-F514-4BBF-7171CEED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7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BE6D-15AF-3C7C-F23B-BCA5FCBE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8F87B-B767-DEA0-35EB-5E91F0ABE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F13C4-7F1A-B834-BE47-3038C7D29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24D2C-62F6-0C41-762C-A5C5B241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8C218-BC6B-2188-2103-51771023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512AC-F3E6-3A30-2399-26FE75B4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7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0623-DEE2-2794-16D3-85FF54DD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E83F5-4F1D-1304-A5E5-3059A5E52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AEEC9-8C9E-B511-A184-B070888D7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21177-3BD4-A82C-3A50-417383EF1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03668-9731-3BC0-7723-E332A9AB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265D3-51D5-BD9B-0E67-354F34BE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22A9-FEF8-B672-A9D3-496A1E02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E1EAC-616D-F030-3282-5E27AE763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269E1-3536-A53E-B998-43AB49CC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A118B-C663-423D-2FD0-6097D5A7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9E5A6-C8D3-722E-B2DE-46D7E444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3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E85D7-4ECC-03DB-3EC3-47E0BF1D8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485EE-D78A-3B63-66F4-7B3ADDCFC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D70E0-160D-2430-E525-220EA4C9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64705-1D05-172C-B9F7-C45A84CE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B8F60-6AC3-7F50-79A7-60775682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3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AC73A-1FC7-409F-EA1E-14E4A65D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38213-C0D9-A644-DEF0-6E808F78B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CA286-753D-62CF-7C70-E190782E0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F7617-5A12-4522-82DF-6CF74C51E1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7E810-E762-CF5C-0610-3924B48AA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2A84B-AFBB-93F7-8409-E71AB32B9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19083-6AC3-43F8-A106-806CCEE73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0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058163-B8A0-1F15-640C-0B7760A5489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D0BD8-BEEC-8221-3C50-0533618B1345}"/>
              </a:ext>
            </a:extLst>
          </p:cNvPr>
          <p:cNvSpPr/>
          <p:nvPr/>
        </p:nvSpPr>
        <p:spPr>
          <a:xfrm>
            <a:off x="2743200" y="1828800"/>
            <a:ext cx="3657600" cy="762000"/>
          </a:xfrm>
          <a:prstGeom prst="rect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r>
              <a:rPr lang="en-US" sz="1200">
                <a:solidFill>
                  <a:srgbClr val="FFFFFF"/>
                </a:solidFill>
                <a:latin typeface="Cambria Math"/>
              </a:rPr>
              <a:t>Small </a:t>
            </a:r>
            <a:r>
              <a:rPr lang="en-US" sz="1200">
                <a:solidFill>
                  <a:srgbClr val="FFFFFF"/>
                </a:solidFill>
                <a:highlight>
                  <a:srgbClr val="800080"/>
                </a:highlight>
                <a:latin typeface="Cambria Math"/>
              </a:rPr>
              <a:t>anchor</a:t>
            </a:r>
            <a:r>
              <a:rPr lang="en-US" sz="1200">
                <a:solidFill>
                  <a:srgbClr val="FFFFFF"/>
                </a:solidFill>
                <a:latin typeface="Cambria Math"/>
              </a:rPr>
              <a:t> box</a:t>
            </a:r>
          </a:p>
        </p:txBody>
      </p:sp>
    </p:spTree>
    <p:extLst>
      <p:ext uri="{BB962C8B-B14F-4D97-AF65-F5344CB8AC3E}">
        <p14:creationId xmlns:p14="http://schemas.microsoft.com/office/powerpoint/2010/main" val="266830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2026-05-16T09:56:58Z</dcterms:created>
  <dcterms:modified xsi:type="dcterms:W3CDTF">2026-05-16T09:56:58Z</dcterms:modified>
</cp:coreProperties>
</file>