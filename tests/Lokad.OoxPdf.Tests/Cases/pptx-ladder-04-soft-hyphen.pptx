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in Text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l"/>
            <a:r>
              <a:rPr lang="en-US" sz="2400">
                <a:solidFill>
                  <a:srgbClr val="000000"/>
                </a:solidFill>
                <a:latin typeface="Arial"/>
              </a:rPr>
              <a:t>soft­hyphen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