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0B88D-999C-4478-EE68-E36431587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C9292-8FC4-7EA0-5761-03281A038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A7F72-9E02-281C-FD1F-87D6177A5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391C-1FCB-40B6-B0F6-57301508DA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9FE0D-D283-01AE-4B68-8C598FD20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E3FEB-4F81-504A-1796-14EBF5AB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5CBF-A2DF-4B16-8575-4FC49C14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54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5BC0-746D-8426-2B4D-255F7EDA8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65B48-5383-B697-EDAC-7A84C4B56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8A1B1-6C4D-3084-9605-336DEA174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391C-1FCB-40B6-B0F6-57301508DA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7A35D-7FD1-9015-C2DA-814E69C20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9911C-49F0-B328-98B0-9AB2A7F33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5CBF-A2DF-4B16-8575-4FC49C14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2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C3B5-ABC2-142C-F2BC-A7BD9D6FE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55FFA-DBD4-21EF-FE7B-8BB0C894B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A4BE-BFCB-9AE0-2218-D6B022F4F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391C-1FCB-40B6-B0F6-57301508DA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632E6-4DE0-8AFA-DFA9-A19FF0B77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D1CF2-AC90-3468-20AB-58E49D38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5CBF-A2DF-4B16-8575-4FC49C14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73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A73DD-92F2-0872-F35C-BCFDA41A1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0BA46-595F-2F4A-B1D9-D1D0DF89E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9CBCB-DA25-6E54-0135-3370D4297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35E1F-A2FF-B683-6CB8-F360D1CB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391C-1FCB-40B6-B0F6-57301508DA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80B0E-9C9C-F0A3-2BD3-D810F1333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A5D67-07AE-BD1F-D7D8-229FD46A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5CBF-A2DF-4B16-8575-4FC49C14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89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3033-4A69-1B11-B4BA-6C610855F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8901E-8DE8-96DF-3506-0A2F635D8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9107C-CCBC-0E6D-57E3-4189DC94B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51F056-F635-C369-CD20-95B6D8AC96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A98DE3-2EA6-FDA3-B650-DDC8DA361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F5103-65ED-C4D2-C50F-D82A9AE48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391C-1FCB-40B6-B0F6-57301508DA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AA25B1-D51E-080E-7C63-0FAE8D9C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01B28F-7C95-D880-6461-BA752B9AC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5CBF-A2DF-4B16-8575-4FC49C14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45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8A9CE-2FD1-BD82-46AE-1768D63B9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E46890-6EC2-98E6-FCB6-1C594003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391C-1FCB-40B6-B0F6-57301508DA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0D330-3BA5-E1BE-7820-91025C5FD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18BAE-B038-FE72-460A-A2D1B0D5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5CBF-A2DF-4B16-8575-4FC49C14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28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38A9C8-5957-5B4A-BA47-3F51B676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391C-1FCB-40B6-B0F6-57301508DA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4E8C09-7613-AF80-F395-0E3D5F4E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C4941-07C2-3AF1-F112-BB5215B6A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5CBF-A2DF-4B16-8575-4FC49C14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5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AE70-D44C-6903-F13C-8B812C7E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6E57C-203A-E132-311F-F2EFCD7A2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57795-5B2C-1F53-A3DE-3F1FD7560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190BD-9E1B-A4F9-BD3A-6B3BB743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391C-1FCB-40B6-B0F6-57301508DA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AB8FE-B87F-8C97-9B20-DCB91F4D1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7A4AE-C25D-7AF7-69A8-A5DBAFD2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5CBF-A2DF-4B16-8575-4FC49C14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67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F5D83-28C3-654E-035C-7302C136A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22D2CD-A800-AE79-A7E5-0ACEF02372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DFBA0-A749-ECE8-F2D0-0EE47B0FB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910AA-7400-C185-D6E0-6C1B155D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391C-1FCB-40B6-B0F6-57301508DA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EAA33-02DC-7111-80F3-2B6DA6C6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D2BD1-B847-62E9-5597-0486511E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5CBF-A2DF-4B16-8575-4FC49C14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39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33A90-53A6-0A8A-2DFC-962A0355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C002A-B2EB-26A6-5705-6F7EBE958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44B2A-9EF6-883D-EABB-0C591520A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391C-1FCB-40B6-B0F6-57301508DA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1EE07-6B8D-023B-35FA-B9B15E3B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35A8-48BA-4526-DE5A-CD5A5D4C9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5CBF-A2DF-4B16-8575-4FC49C14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1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265DE4-522C-4971-36F2-95733E7DC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3734B-C2A6-8B60-DC40-BC482EE83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91EE2-7618-4B65-49F5-70AC322F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391C-1FCB-40B6-B0F6-57301508DA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59B9F-DDD3-3ADD-F97A-D5F67AE9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50604-7F52-A213-006E-61D20593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5CBF-A2DF-4B16-8575-4FC49C14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6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92ADAC-3B50-D1F3-444F-3F9F9B715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E834B-0678-3D0C-160E-18EA42185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4AFCE-B1B8-7BEE-50AB-3F772B0F1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8391C-1FCB-40B6-B0F6-57301508DA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9234E-8C07-0C2B-D53B-10DA650A7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DFC50-9C9A-7C4A-0C4B-478AFBF77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A55CBF-A2DF-4B16-8575-4FC49C14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9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75C822-59B2-ADEF-ABCE-44B17AAE006D}"/>
              </a:ext>
            </a:extLst>
          </p:cNvPr>
          <p:cNvSpPr txBox="1"/>
          <p:nvPr/>
        </p:nvSpPr>
        <p:spPr>
          <a:xfrm>
            <a:off x="914400" y="1524000"/>
            <a:ext cx="2667000" cy="923330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vert="horz" lIns="91440" tIns="45720" rIns="91440" bIns="45720" rtlCol="0">
            <a:spAutoFit/>
          </a:bodyPr>
          <a:lstStyle/>
          <a:p>
            <a:r>
              <a:rPr lang="en-US" sz="1800">
                <a:solidFill>
                  <a:srgbClr val="222222"/>
                </a:solidFill>
                <a:latin typeface="Cambria Math" panose="02040503050406030204" pitchFamily="18" charset="0"/>
              </a:rPr>
              <a:t>Autofit text should stay readable inside this compact box</a:t>
            </a:r>
          </a:p>
        </p:txBody>
      </p:sp>
    </p:spTree>
    <p:extLst>
      <p:ext uri="{BB962C8B-B14F-4D97-AF65-F5344CB8AC3E}">
        <p14:creationId xmlns:p14="http://schemas.microsoft.com/office/powerpoint/2010/main" val="682620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2026-05-16T09:37:10Z</dcterms:created>
  <dcterms:modified xsi:type="dcterms:W3CDTF">2026-05-16T09:37:10Z</dcterms:modified>
</cp:coreProperties>
</file>