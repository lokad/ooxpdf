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1E47-ADAE-050F-D7FC-3A6869E6D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66CB3-3F18-DB35-B38E-837AFF1CF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05AF9-2625-41B5-D85F-E6BBD1738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88D9-9148-4C40-B3BD-BF85E48224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27501-BAE8-D900-65A0-A52B57D97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CC956-6F8E-48FF-4735-53154D52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C295-CE75-4E53-9B5C-C2F822FB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2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1A609-D853-7B06-9293-2F4848BB0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4C087-2FB2-8171-8E56-BD82BB7F8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7341A-DA90-6873-D1C2-78A7DD51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88D9-9148-4C40-B3BD-BF85E48224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CDD3F-66A4-A439-D2BD-B154B1E4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BEBC0-4A87-E7D8-1EC7-AF2C82F0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C295-CE75-4E53-9B5C-C2F822FB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67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9874-247F-5A94-A44D-EBF26A12F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48F15-D8FF-4D13-4223-307702ACF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24E92-C959-EB3E-E2DA-DD646D1CE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88D9-9148-4C40-B3BD-BF85E48224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220E8-7C4C-B6D8-2794-99A0427E2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F1E75-A6E5-2688-DAB7-0608C2618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C295-CE75-4E53-9B5C-C2F822FB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84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1D200-34F3-D74B-3212-CDA1D85B7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0A3D8-6F6A-571E-EFAB-B71B78AE0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2B359-7EF5-E2F7-BDF9-2396EC78C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31E42D-8883-C7D2-922A-012893B0F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88D9-9148-4C40-B3BD-BF85E48224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C0E2E-8D16-47B5-4963-DA7460B5E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52B13-BAF7-21B1-0287-AF12871B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C295-CE75-4E53-9B5C-C2F822FB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52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05AFE-4134-8DF3-99F5-9D047139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49C21-1856-7D11-D003-C1C701839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5BD12-0A39-4EEC-497D-3020C2807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6BD47-2F28-1BDA-4EF1-5F175655D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4AD5E-B82A-E60C-37AE-CF3C8E4F92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832AD3-856B-F3AC-D765-6168E570C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88D9-9148-4C40-B3BD-BF85E48224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3E933F-9DD3-B3C0-1754-2DEBD113E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26EBB-56B4-9A5F-CCC8-9FFEE5B04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C295-CE75-4E53-9B5C-C2F822FB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90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3631-FBD0-19D6-771F-7251A40DF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068B5-9213-17D3-99C5-7B5A9935E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88D9-9148-4C40-B3BD-BF85E48224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F3AE1-6767-2117-9B58-AAA32A77C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A6E4E-621D-F7A1-67E2-A75DF69E7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C295-CE75-4E53-9B5C-C2F822FB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00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1D7C3-CD2F-2160-1C96-16D309707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88D9-9148-4C40-B3BD-BF85E48224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E13487-43CD-D9F1-4422-A619BD937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9F49C-47FA-9791-281E-930FF3E5D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C295-CE75-4E53-9B5C-C2F822FB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34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7BE13-D759-DFC1-F1DE-3AA528E2A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21349-A01C-7A8F-62C1-FCE666730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180BD-0B42-8E29-F50C-692B14077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F1596-5181-C55C-3A6D-319F50493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88D9-9148-4C40-B3BD-BF85E48224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E747D-EA1F-D931-002B-B724E7BF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283EF-0B03-B337-79B2-81F038BF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C295-CE75-4E53-9B5C-C2F822FB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2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8835E-3BD5-4843-1897-265F1AD21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13BC47-FDD3-612F-440F-0DFA50F6D9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B5268-CD8D-8269-AE9D-5EEF745B2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B1B94-E001-AC5A-138E-3254CA14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88D9-9148-4C40-B3BD-BF85E48224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314174-5389-2001-C587-36E040B63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B4933-6BF3-EB0F-211A-DAA9B3CFB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C295-CE75-4E53-9B5C-C2F822FB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06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DDE8-6CD4-10BF-B3E8-AB56C1218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4F440B-9603-F650-576B-F8B1F31AD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48B8B-F4D3-C973-E51D-E5FD57B39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88D9-9148-4C40-B3BD-BF85E48224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56702-4358-BAD2-FED2-DD93472CA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4367B-3711-32F0-37E5-56319457A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C295-CE75-4E53-9B5C-C2F822FB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360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1541AD-81D9-B1C1-739D-6172C513CE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3E319F-C4CD-E837-2359-645F00639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F8E8A-651E-122C-B973-A51D9B8E6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88D9-9148-4C40-B3BD-BF85E48224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DD8F9-994E-D9D4-F057-797742A8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5F3EB-2968-1A4F-D84B-835A53B0B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C295-CE75-4E53-9B5C-C2F822FB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82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BE4015-6881-E746-CDF1-A086069D4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3D82B-15A9-B03A-5906-C7F6D571E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3FD8D-5295-AF1D-D0D4-8ADB878A1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B88D9-9148-4C40-B3BD-BF85E482241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854A3-0A1D-413D-799F-F6A0FBE4D5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110F8-FEC0-43A1-77C4-6C43A4D40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DC295-CE75-4E53-9B5C-C2F822FBF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52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995B8A-F20C-4E2D-8FDD-B39CE5C4CF2D}"/>
              </a:ext>
            </a:extLst>
          </p:cNvPr>
          <p:cNvSpPr txBox="1"/>
          <p:nvPr/>
        </p:nvSpPr>
        <p:spPr>
          <a:xfrm>
            <a:off x="914400" y="1219200"/>
            <a:ext cx="3200400" cy="646331"/>
          </a:xfrm>
          <a:prstGeom prst="rect">
            <a:avLst/>
          </a:prstGeom>
          <a:noFill/>
          <a:ln w="12700">
            <a:solidFill>
              <a:srgbClr val="C0C0C0"/>
            </a:solidFill>
          </a:ln>
        </p:spPr>
        <p:txBody>
          <a:bodyPr vert="horz" lIns="91440" tIns="45720" rIns="91440" bIns="45720" rtlCol="0" wrap="square" vertOverflow="overflow" horzOverflow="overflow">
            <a:noAutofit/>
          </a:bodyPr>
          <a:lstStyle/>
          <a:p>
            <a:pPr/>
            <a:r>
              <a:rPr lang="en-US" sz="1200">
                <a:solidFill>
                  <a:srgbClr val="222222"/>
                </a:solidFill>
                <a:latin typeface="Cambria Math"/>
              </a:rPr>
              <a:t>Regular small text wraps with </a:t>
            </a:r>
            <a:r>
              <a:rPr lang="en-US" sz="1200" b="1">
                <a:solidFill>
                  <a:srgbClr val="222222"/>
                </a:solidFill>
                <a:latin typeface="Cambria Math"/>
              </a:rPr>
              <a:t>bold emphasis</a:t>
            </a:r>
            <a:r>
              <a:rPr lang="en-US" sz="1050">
                <a:solidFill>
                  <a:srgbClr val="222222"/>
                </a:solidFill>
                <a:latin typeface="Cambria Math"/>
              </a:rPr>
              <a:t> and </a:t>
            </a:r>
            <a:r>
              <a:rPr lang="en-US" sz="1050" i="1">
                <a:solidFill>
                  <a:srgbClr val="222222"/>
                </a:solidFill>
                <a:latin typeface="Cambria Math"/>
              </a:rPr>
              <a:t>italic labels</a:t>
            </a:r>
            <a:r>
              <a:rPr lang="en-US" sz="1200">
                <a:solidFill>
                  <a:srgbClr val="222222"/>
                </a:solidFill>
                <a:latin typeface="Cambria Math"/>
              </a:rPr>
              <a:t> inside a compact square-wrapped frame.</a:t>
            </a:r>
          </a:p>
        </p:txBody>
      </p:sp>
    </p:spTree>
    <p:extLst>
      <p:ext uri="{BB962C8B-B14F-4D97-AF65-F5344CB8AC3E}">
        <p14:creationId xmlns:p14="http://schemas.microsoft.com/office/powerpoint/2010/main" val="2316560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2026-05-16T09:50:00Z</dcterms:created>
  <dcterms:modified xsi:type="dcterms:W3CDTF">2026-05-16T09:50:00Z</dcterms:modified>
</cp:coreProperties>
</file>