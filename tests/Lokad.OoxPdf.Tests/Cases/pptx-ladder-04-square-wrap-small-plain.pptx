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AC435-20D2-9566-61DB-CA33CBAF42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9926C6-233E-3B1F-02E7-390EC7685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EB1D4-C36F-9D32-075B-9C89EC0B6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929E-7417-49DB-A0BF-E15CEA59992A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45E5B-AF92-3408-DAEC-39C3EBA02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8A065-8EA5-5EEE-D1C7-F2F5B1F73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1E5D8-36D9-46E4-B911-FFBB8BE5E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999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C5C0F-F67C-99C3-F12E-B83CD3EF5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39E0E-A7D9-6ACB-B58D-BE1413850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82D72-BB12-35AA-4925-71AFA27D7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929E-7417-49DB-A0BF-E15CEA59992A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50AAC-B2DA-9EA0-EA15-2B62F61AC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77A83-65B5-2814-5C71-2DEC1A28C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1E5D8-36D9-46E4-B911-FFBB8BE5E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322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FEB8F-9D5D-E5F1-4397-045A80D10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F5048-AA02-7B61-8990-84713AB37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DFEC3-E2D2-1E45-583F-561D66025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929E-7417-49DB-A0BF-E15CEA59992A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A8248-BE23-ECAA-9A2D-E8E22110E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C113E-6B7E-B665-0950-E5EA61DFE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1E5D8-36D9-46E4-B911-FFBB8BE5E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7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22794-4C74-F128-DC2D-5FABB5514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73F83-CE2D-C51F-7D73-D24CFDAF7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3066A5-9A8B-719D-8F8F-75457D1498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5D778-FC7B-1821-7B49-BAAFE57DA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929E-7417-49DB-A0BF-E15CEA59992A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8E851-23FF-5675-2569-E246D8DD6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1D745-E902-9AEF-44C5-EA202C1C8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1E5D8-36D9-46E4-B911-FFBB8BE5E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813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3DE4D-7A6A-114B-CAA3-E416D31F3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D0F84-DA08-FE3C-2603-B9F83EEE5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92EB0C-4A8A-B002-88AA-823909B9D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904AAD-D4F6-251C-1883-25461751DA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37E391-D4CD-85A4-F1D0-C209389DFB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32BD2-CDAD-805A-8DDC-CBB423F04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929E-7417-49DB-A0BF-E15CEA59992A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90210F-7065-0AF6-E7D0-D95750F56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EF2C8D-0A1A-5E9A-8C26-427F0AA50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1E5D8-36D9-46E4-B911-FFBB8BE5E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632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9172B-24C7-66A0-9A5F-1F72B3E66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40CFBA-6434-F27D-38B3-2016F38E5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929E-7417-49DB-A0BF-E15CEA59992A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9388F2-A191-C1FD-61EA-3E4F3F0FF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020864-4C4C-37D3-8F80-D79880EBA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1E5D8-36D9-46E4-B911-FFBB8BE5E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90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B43DD-1826-2A6E-E220-6828648C5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929E-7417-49DB-A0BF-E15CEA59992A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37FED4-63BC-6211-87AA-81026895D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8C58F-CEE4-A119-693A-3F48F95A6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1E5D8-36D9-46E4-B911-FFBB8BE5E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33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320E2-0BBD-8D3E-E179-F3D8EDBFF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01646-22DB-DA06-47FC-A7F096B2F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2C7143-3E02-EE1B-1EE1-7D868B6C3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3A2C0-5E3D-D75A-4130-9BB070D28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929E-7417-49DB-A0BF-E15CEA59992A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2D9D3-EC39-969F-D5F0-596D3CBFB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D72DD0-4F79-BE3D-1168-DC8C6771B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1E5D8-36D9-46E4-B911-FFBB8BE5E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201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B24E7-CD4B-D8D6-9138-35B5A3730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87BA70-2F9C-2391-E845-0D76573570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CED2F7-C47C-3FCB-5DF8-E290B5F296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590CD-4C34-9FB0-66BA-6E2816DB4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929E-7417-49DB-A0BF-E15CEA59992A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8CB2F-DA01-C628-5B9C-3260B714D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AFBFB5-DE6C-CA26-E5B8-EA26F6D09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1E5D8-36D9-46E4-B911-FFBB8BE5E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9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7A8E6-69E4-8CAB-8CF3-B6D82D385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0FCAE9-0067-97FC-510E-9B497EA079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B1E1A-BB63-D626-8C4E-A874394BF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929E-7417-49DB-A0BF-E15CEA59992A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98335-3372-D576-4C65-FF539C6A4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45255-A6A7-6882-33A1-D619CFE51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1E5D8-36D9-46E4-B911-FFBB8BE5E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321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7B3CFD-6036-8E05-F6FF-EC71126169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5A27DC-6F16-1F80-7244-33A541FBF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CB7F1-6CEF-323B-A655-95CD4F6B6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929E-7417-49DB-A0BF-E15CEA59992A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86F66-5378-CC8A-E993-F12BBAFB3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4FA12-A0F7-90FF-544D-DB23A3FEC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1E5D8-36D9-46E4-B911-FFBB8BE5E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895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67C35A-C366-C359-9ADB-4D7337261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452AE-E734-0E36-BDFE-15B1A018F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1C932-ADFB-7F3D-2790-A3CE0ACC3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AF929E-7417-49DB-A0BF-E15CEA59992A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2770C-502F-520F-2DCA-2ADEF3D34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E4BCA-E856-BCAE-1247-912BD123C9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A1E5D8-36D9-46E4-B911-FFBB8BE5E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39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5A175E-D8A9-2420-38B3-7829843BE9D6}"/>
              </a:ext>
            </a:extLst>
          </p:cNvPr>
          <p:cNvSpPr txBox="1"/>
          <p:nvPr/>
        </p:nvSpPr>
        <p:spPr>
          <a:xfrm>
            <a:off x="914400" y="1219200"/>
            <a:ext cx="2794000" cy="461665"/>
          </a:xfrm>
          <a:prstGeom prst="rect">
            <a:avLst/>
          </a:prstGeom>
          <a:noFill/>
          <a:ln w="12700">
            <a:solidFill>
              <a:srgbClr val="C0C0C0"/>
            </a:solidFill>
          </a:ln>
        </p:spPr>
        <p:txBody>
          <a:bodyPr vert="horz" lIns="91440" tIns="45720" rIns="91440" bIns="45720" rtlCol="0" wrap="square" vertOverflow="overflow" horzOverflow="overflow">
            <a:noAutofit/>
          </a:bodyPr>
          <a:lstStyle/>
          <a:p>
            <a:r>
              <a:rPr lang="en-US" sz="1200">
                <a:solidFill>
                  <a:srgbClr val="222222"/>
                </a:solidFill>
                <a:latin typeface="Cambria Math" panose="02040503050406030204" pitchFamily="18" charset="0"/>
              </a:rPr>
              <a:t>Small plain wrapping text inside compact frame</a:t>
            </a:r>
          </a:p>
        </p:txBody>
      </p:sp>
    </p:spTree>
    <p:extLst>
      <p:ext uri="{BB962C8B-B14F-4D97-AF65-F5344CB8AC3E}">
        <p14:creationId xmlns:p14="http://schemas.microsoft.com/office/powerpoint/2010/main" val="1142378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2026-05-16T10:01:37Z</dcterms:created>
  <dcterms:modified xsi:type="dcterms:W3CDTF">2026-05-16T10:01:37Z</dcterms:modified>
</cp:coreProperties>
</file>