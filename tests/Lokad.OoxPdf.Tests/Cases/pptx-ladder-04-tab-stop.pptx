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 Stop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>
              <a:tabLst>
                <a:tab pos="1828800"/>
              </a:tabLst>
            </a:pPr>
            <a:r>
              <a:rPr lang="en-US" sz="2400">
                <a:solidFill>
                  <a:srgbClr val="1F2328"/>
                </a:solidFill>
                <a:latin typeface="Arial"/>
              </a:rPr>
              <a:t>Left</a:t>
            </a:r>
            <a:tab/>
            <a:r>
              <a:rPr lang="en-US" sz="2400">
                <a:solidFill>
                  <a:srgbClr val="1F2328"/>
                </a:solidFill>
                <a:latin typeface="Arial"/>
              </a:rPr>
              <a:t>Aligned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