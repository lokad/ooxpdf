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ext-outline-probe"/>
          <p:cNvSpPr txBox="1"/>
          <p:nvPr/>
        </p:nvSpPr>
        <p:spPr>
          <a:xfrm>
            <a:off x="822960" y="685800"/>
            <a:ext cx="7498080" cy="5486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sz="3600">
                <a:noFill/>
                <a:ln w="12700">
                  <a:solidFill>
                    <a:srgbClr val="00AA00"/>
                  </a:solidFill>
                </a:ln>
                <a:latin typeface="Arial"/>
              </a:rPr>
              <a:t>Outline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