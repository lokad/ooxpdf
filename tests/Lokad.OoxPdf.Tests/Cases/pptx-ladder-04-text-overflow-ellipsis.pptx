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ext-overflow-ellipsis"/>
          <p:cNvSpPr txBox="1"/>
          <p:nvPr/>
        </p:nvSpPr>
        <p:spPr>
          <a:xfrm>
            <a:off x="914400" y="914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vertOverflow="ellipsis" anchor="t"/>
          <a:lstStyle/>
          <a:p>
            <a:r>
              <a:rPr sz="2400">
                <a:latin typeface="Arial"/>
              </a:rPr>
              <a:t>Visible line</a:t>
            </a:r>
          </a:p>
          <a:p>
            <a:r>
              <a:rPr sz="2400">
                <a:latin typeface="Arial"/>
              </a:rPr>
              <a:t>Hidden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