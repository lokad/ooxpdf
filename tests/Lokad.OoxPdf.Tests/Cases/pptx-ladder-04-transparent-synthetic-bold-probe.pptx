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ransparent-synthetic-bold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3600" b="1">
                <a:solidFill>
                  <a:srgbClr val="336699">
                    <a:alpha val="45000"/>
                  </a:srgbClr>
                </a:solidFill>
                <a:latin typeface="Cambria Math"/>
              </a:rPr>
              <a:t>Bold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