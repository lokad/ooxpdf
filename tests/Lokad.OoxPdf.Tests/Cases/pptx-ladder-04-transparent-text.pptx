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"/>
          <p:cNvSpPr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solidFill>
            <a:srgbClr val="DDE6F3"/>
          </a:solidFill>
          <a:ln>
            <a:noFill/>
          </a:ln>
        </p:spPr>
      </p:sp>
      <p:sp>
        <p:nvSpPr>
          <p:cNvPr id="3" name="Transparent Text"/>
          <p:cNvSpPr txBox="1"/>
          <p:nvPr/>
        </p:nvSpPr>
        <p:spPr>
          <a:xfrm>
            <a:off x="1371600" y="12192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>
                <a:solidFill>
                  <a:srgbClr val="1F2328">
                    <a:alpha val="45000"/>
                  </a:srgbClr>
                </a:solidFill>
                <a:latin typeface="Arial"/>
              </a:rPr>
              <a:t>Transparent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