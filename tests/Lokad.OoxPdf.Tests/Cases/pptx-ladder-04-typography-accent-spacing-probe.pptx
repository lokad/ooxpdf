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accent-spacing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800">
                <a:latin typeface="Arial"/>
              </a:rPr>
              <a:t>Dépendance à l'offre</a:t>
            </a:r>
          </a:p>
          <a:p>
            <a:pPr algn="l"/>
            <a:r>
              <a:rPr sz="2800">
                <a:latin typeface="Calibri"/>
              </a:rPr>
              <a:t>Dépendance élevée côté coût</a:t>
            </a:r>
          </a:p>
          <a:p>
            <a:pPr algn="l"/>
            <a:r>
              <a:rPr sz="2800">
                <a:latin typeface="Cambria"/>
              </a:rPr>
              <a:t>Écart dépendance qualité</a:t>
            </a:r>
          </a:p>
          <a:p>
            <a:pPr algn="l"/>
            <a:r>
              <a:rPr sz="2800">
                <a:latin typeface="Arial"/>
              </a:rPr>
              <a:t>éèê ÉÈÊ ÀÂ Çç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