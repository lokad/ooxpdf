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accent-spacing-probe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sz="2800">
                <a:latin typeface="Arial"/>
              </a:rPr>
              <a:t>DÃ©pendance Ã  l'offre</a:t>
            </a:r>
          </a:p>
          <a:p>
            <a:pPr algn="l"/>
            <a:r>
              <a:rPr sz="2800">
                <a:latin typeface="Calibri"/>
              </a:rPr>
              <a:t>DÃ©pendance Ã©levÃ©e cÃ´tÃ© coÃ»t</a:t>
            </a:r>
          </a:p>
          <a:p>
            <a:pPr algn="l"/>
            <a:r>
              <a:rPr sz="2800">
                <a:latin typeface="Cambria"/>
              </a:rPr>
              <a:t>Ã‰cart dÃ©pendance qualitÃ©</a:t>
            </a:r>
          </a:p>
          <a:p>
            <a:pPr algn="l"/>
            <a:r>
              <a:rPr sz="2800">
                <a:latin typeface="Arial"/>
              </a:rPr>
              <a:t>Ã©Ã¨Ãª Ã‰ÃˆÃŠ Ã€Ã‚ Ã‡Ã§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