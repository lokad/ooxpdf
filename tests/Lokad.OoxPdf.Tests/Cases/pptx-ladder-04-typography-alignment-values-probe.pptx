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alignment-values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just"/>
            <a:r>
              <a:rPr sz="1800">
                <a:latin typeface="Cambria Math"/>
              </a:rPr>
              <a:t>Just alignment should stretch spaces between words but must never insert extra spacing between letters.</a:t>
            </a:r>
          </a:p>
          <a:p>
            <a:pPr algn="dist"/>
            <a:r>
              <a:rPr sz="1800">
                <a:latin typeface="Cambria Math"/>
              </a:rPr>
              <a:t>Distributed alignment with Latin text should not produce parasite letter spacing inside words.</a:t>
            </a:r>
          </a:p>
          <a:p>
            <a:pPr algn="justLow"/>
            <a:r>
              <a:rPr sz="1800">
                <a:latin typeface="Cambria Math"/>
              </a:rPr>
              <a:t>Low justify alignment with Latin text should preserve normal glyph advances inside each word.</a:t>
            </a:r>
          </a:p>
          <a:p>
            <a:pPr algn="thaiDist"/>
            <a:r>
              <a:rPr sz="1800">
                <a:latin typeface="Cambria Math"/>
              </a:rPr>
              <a:t>Thai distributed alignment on Latin text should be isolated from regular word layout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