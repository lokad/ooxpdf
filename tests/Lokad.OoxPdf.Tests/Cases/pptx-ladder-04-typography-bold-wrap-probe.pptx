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bold-wrap-probe"/>
          <p:cNvSpPr txBox="1"/>
          <p:nvPr/>
        </p:nvSpPr>
        <p:spPr>
          <a:xfrm>
            <a:off x="548640" y="685800"/>
            <a:ext cx="48869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400" kern="1200" b="1">
                <a:latin typeface="Cambria Math"/>
              </a:rPr>
              <a:t>Quality decisions depend on careful operational planning and reliable daily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