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boundary-invariance-probe"/>
          <p:cNvSpPr txBox="1"/>
          <p:nvPr/>
        </p:nvSpPr>
        <p:spPr>
          <a:xfrm>
            <a:off x="822960" y="685800"/>
            <a:ext cx="7498080" cy="548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sz="2800">
                <a:latin typeface="Arial"/>
              </a:rPr>
              <a:t>The scale and growth</a:t>
            </a:r>
          </a:p>
          <a:p>
            <a:pPr algn="l"/>
            <a:r>
              <a:rPr sz="2800">
                <a:latin typeface="Arial"/>
              </a:rPr>
              <a:t>The </a:t>
            </a:r>
            <a:r>
              <a:rPr sz="2800">
                <a:latin typeface="Arial"/>
              </a:rPr>
              <a:t>scale </a:t>
            </a:r>
            <a:r>
              <a:rPr sz="2800">
                <a:latin typeface="Arial"/>
              </a:rPr>
              <a:t>and </a:t>
            </a:r>
            <a:r>
              <a:rPr sz="2800">
                <a:latin typeface="Arial"/>
              </a:rPr>
              <a:t>growth</a:t>
            </a:r>
          </a:p>
          <a:p>
            <a:pPr algn="l"/>
            <a:r>
              <a:rPr sz="2800">
                <a:latin typeface="Arial"/>
              </a:rPr>
              <a:t>Large </a:t>
            </a:r>
            <a:r>
              <a:rPr sz="2800">
                <a:highlight>
                  <a:srgbClr val="FFF200"/>
                </a:highlight>
                <a:latin typeface="Arial"/>
              </a:rPr>
              <a:t>Global </a:t>
            </a:r>
            <a:r>
              <a:rPr sz="2800">
                <a:latin typeface="Arial"/>
              </a:rPr>
              <a:t>Supply</a:t>
            </a:r>
          </a:p>
          <a:p>
            <a:pPr algn="l"/>
            <a:r>
              <a:rPr sz="2800">
                <a:latin typeface="Arial"/>
              </a:rPr>
              <a:t>Dépendance </a:t>
            </a:r>
            <a:r>
              <a:rPr sz="2800">
                <a:highlight>
                  <a:srgbClr val="FFF200"/>
                </a:highlight>
                <a:latin typeface="Arial"/>
              </a:rPr>
              <a:t>élevée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