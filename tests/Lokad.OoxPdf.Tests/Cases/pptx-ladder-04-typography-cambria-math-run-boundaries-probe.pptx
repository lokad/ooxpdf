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cambria-math-run-boundaries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1800">
                <a:latin typeface="Cambria Math"/>
              </a:rPr>
              <a:t>The scale and growth of </a:t>
            </a:r>
            <a:r>
              <a:rPr sz="1800">
                <a:highlight>
                  <a:srgbClr val="FFF200"/>
                </a:highlight>
                <a:latin typeface="Cambria Math"/>
              </a:rPr>
              <a:t>XXXXXX</a:t>
            </a:r>
            <a:r>
              <a:rPr sz="1800">
                <a:latin typeface="Cambria Math"/>
              </a:rPr>
              <a:t> supply network induces inefficiencies that compound over time.</a:t>
            </a:r>
          </a:p>
          <a:p>
            <a:pPr algn="l"/>
            <a:r>
              <a:rPr sz="1400" b="1">
                <a:latin typeface="Cambria Math"/>
              </a:rPr>
              <a:t>Large Global Supply Network implies structural inefficiencies and external volatility</a:t>
            </a:r>
          </a:p>
          <a:p>
            <a:pPr algn="l"/>
            <a:r>
              <a:rPr sz="1200" b="1">
                <a:latin typeface="Cambria Math"/>
              </a:rPr>
              <a:t>Client operates production facilities across countries, producing units annually. The sheer scale of this activity leads to inefficiencies that compound over time.</a:t>
            </a:r>
          </a:p>
          <a:p>
            <a:pPr algn="l"/>
            <a:r>
              <a:rPr sz="1200">
                <a:latin typeface="Cambria Math"/>
              </a:rPr>
              <a:t>The key to reducing internal inefficiencies is in optimizing decisions despite external uncertainties.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