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capital-spacing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2800">
                <a:latin typeface="Arial"/>
              </a:rPr>
              <a:t>The scale and growth</a:t>
            </a:r>
          </a:p>
          <a:p>
            <a:pPr algn="l"/>
            <a:r>
              <a:rPr sz="2800">
                <a:latin typeface="Arial"/>
              </a:rPr>
              <a:t>Large Global Supply</a:t>
            </a:r>
          </a:p>
          <a:p>
            <a:pPr algn="l"/>
            <a:r>
              <a:rPr sz="2800">
                <a:latin typeface="Arial"/>
              </a:rPr>
              <a:t>Lokad en quelques mots</a:t>
            </a:r>
          </a:p>
          <a:p>
            <a:pPr algn="l"/>
            <a:r>
              <a:rPr sz="2800">
                <a:latin typeface="Arial"/>
              </a:rPr>
              <a:t>To Va Ta 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