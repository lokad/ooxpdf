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dense-column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90000"/>
              </a:lnSpc>
            </a:pPr>
            <a:r>
              <a:rPr sz="1500">
                <a:latin typeface="Calibri"/>
              </a:rPr>
              <a:t>Lokad en quelques mots</a:t>
            </a:r>
          </a:p>
          <a:p>
            <a:pPr algn="l">
              <a:lnSpc>
                <a:spcPct val="90000"/>
              </a:lnSpc>
            </a:pPr>
            <a:r>
              <a:rPr sz="1300">
                <a:latin typeface="Calibri"/>
              </a:rPr>
              <a:t>Demand forecasting, replenishment and pricing depend on typography remaining legible in dense left-side columns.</a:t>
            </a:r>
          </a:p>
          <a:p>
            <a:pPr algn="l">
              <a:lnSpc>
                <a:spcPct val="90000"/>
              </a:lnSpc>
            </a:pPr>
            <a:r>
              <a:rPr sz="1300">
                <a:latin typeface="Calibri"/>
              </a:rPr>
              <a:t>Dépendance, qualité, coût, délai, écart: accented letters must not introduce phantom spacing.</a:t>
            </a:r>
          </a:p>
          <a:p>
            <a:pPr algn="l">
              <a:lnSpc>
                <a:spcPct val="90000"/>
              </a:lnSpc>
            </a:pPr>
            <a:r>
              <a:rPr sz="1300">
                <a:latin typeface="Calibri"/>
              </a:rPr>
              <a:t>Large Global Supply and The scale and growth exercise capital-letter pairs.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