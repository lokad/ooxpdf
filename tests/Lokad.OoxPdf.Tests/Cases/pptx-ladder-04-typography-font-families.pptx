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0208-B68A-FB8A-5FF4-603458C36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781A3-322D-32CE-52D3-4756D646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DA6A2-DD34-A242-BA24-8127FCFD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24A12-963B-AEF2-098B-F8A55F9A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72209-EE5D-90E9-AFA4-BB369CCD3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8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72B7-4F48-AA40-50DB-17D32274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6C39-690E-4AA0-594D-E71BB3DF7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B19E-9CB0-1B33-C9A4-DEDA8848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EF5DA-9A45-C2D5-3D95-EED5DBBB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79E7-A047-0479-CC22-30C06A3C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2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5618-137B-DDC4-6DFC-E6C08B86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9586A-683F-5ED2-5EDE-F77D2164D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9F51D-FD0E-BFF4-50E4-C6C7F142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7850C-8E33-CDC0-F0D8-63DF63EE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BD41C-21CF-0E1B-D42F-2845EAD7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0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494A-180F-1ECC-FB58-81658704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95BEE-E64F-9996-EDCD-0BB91D8F8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63DC7-9C93-65D6-296B-2863B1E27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9CF8F-B448-E3DE-31D1-89C4DF03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4F2B3-479B-75AE-CA4C-D0BA44A2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7F5F0-1F28-9C6A-0910-3ADDDF88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1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2C56-D1B8-0A90-DC62-97AB31CC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1E3C2-00A3-DF7A-D3CF-0A276306B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8B83C-3B35-F27D-BE18-977DA3CCA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3FBCF-6CD2-9A07-496A-255F346E7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53CC51-D505-5578-979B-BF48D52BA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9C8EA-2879-BAA6-D722-315046A91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2C76B-BC31-9654-0F9D-67FB18BC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A00C3-3F2B-4128-752E-B4BD3BEC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0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A955-1779-308F-2175-2B6D67F5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C4134-284D-ED55-4962-E05C9BB3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835FD-2D91-6B67-E61A-C700584EB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A13A2-7E13-8D0D-DAA8-0C509402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7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0BBD7-39DB-8C8D-9A05-8A738DD0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7B763-F3F4-C0F4-EA2B-4FC89764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7EC82-BB98-7C37-FD6E-EBE7E24C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1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9F41-1AFA-DB90-86BD-085CE8DA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23C80-D10F-3D90-60E1-098689F00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9CEF5-D7F8-B168-8E76-95E38A700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03B4E-6A99-F904-31F0-271EE04C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CB25A-B952-B40D-FB35-50FCC75C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DBE89-274F-5F47-FF6D-E7934450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9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4ECD-0AF0-D7D2-5A20-CB0FAB6A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1C092-01EE-8D6F-C609-678E32374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FD71C-D40F-F435-4223-4CD352088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BF0C4-FE90-CBD2-7E93-4F53E91B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9A533-3F2C-CEAE-D3D7-5AAB7DAF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A4259-2746-946C-CB20-0EAE2A02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0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0EE4-5097-6008-A499-2382EF48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0B99F-9A02-74EE-B609-A940B435C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49168-3E6D-648D-9A24-B998BB8E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26BB1-256C-1FA6-4489-A957386A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95829-F518-AC32-D707-12F7A43A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5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CC00E2-2DD7-3B84-28E1-942311432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93A7E-61C9-7292-A7F7-B94A8FEE0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A1EC-B5F8-5EC0-4072-9CA71316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581E3-2FF6-0896-3855-F47CE0AF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5E0FF-A032-CF6C-76EB-532F5425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62190-8050-7190-F998-DAD5ECF0A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0A676-B17A-C62E-514C-6AB20DCF7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9BB85-4422-7C84-C4FD-4FAEA95F2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F40EF-BE8E-40B8-ADAD-3FEAC0B7DEF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8F41-8EE4-9CEB-B7B1-5D513ECB1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DBBFA-E248-C093-57B4-CFB9480D3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B7897-B795-4D96-B4E6-BE85B21A3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19179-D222-0F8B-C066-A89ECD198E6C}"/>
              </a:ext>
            </a:extLst>
          </p:cNvPr>
          <p:cNvSpPr txBox="1"/>
          <p:nvPr/>
        </p:nvSpPr>
        <p:spPr>
          <a:xfrm>
            <a:off x="914400" y="9144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Lokad en quelques mots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AEE9F-D6CB-FC82-49BC-458DCD203CDD}"/>
              </a:ext>
            </a:extLst>
          </p:cNvPr>
          <p:cNvSpPr txBox="1"/>
          <p:nvPr/>
        </p:nvSpPr>
        <p:spPr>
          <a:xfrm>
            <a:off x="914400" y="16764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Dépendance à l'offre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A66DE-4078-E17D-CE11-49E383DE43EC}"/>
              </a:ext>
            </a:extLst>
          </p:cNvPr>
          <p:cNvSpPr txBox="1"/>
          <p:nvPr/>
        </p:nvSpPr>
        <p:spPr>
          <a:xfrm>
            <a:off x="914400" y="24384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The scale and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58855-D709-28C1-7C67-53D8B5BDA59B}"/>
              </a:ext>
            </a:extLst>
          </p:cNvPr>
          <p:cNvSpPr txBox="1"/>
          <p:nvPr/>
        </p:nvSpPr>
        <p:spPr>
          <a:xfrm>
            <a:off x="914400" y="32004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mbria Math" panose="02040503050406030204" pitchFamily="18" charset="0"/>
              </a:rPr>
              <a:t>Large Global Supply Network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9E7E11-596E-226E-A248-31134598F7B0}"/>
              </a:ext>
            </a:extLst>
          </p:cNvPr>
          <p:cNvSpPr txBox="1"/>
          <p:nvPr/>
        </p:nvSpPr>
        <p:spPr>
          <a:xfrm>
            <a:off x="914400" y="4191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Arial" panose="020B0604020202020204" pitchFamily="34" charset="0"/>
              </a:rPr>
              <a:t>The scale and growth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90BAC-D6FB-93C6-ABD1-5AE030F25915}"/>
              </a:ext>
            </a:extLst>
          </p:cNvPr>
          <p:cNvSpPr txBox="1"/>
          <p:nvPr/>
        </p:nvSpPr>
        <p:spPr>
          <a:xfrm>
            <a:off x="914400" y="4953000"/>
            <a:ext cx="9652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>
                <a:solidFill>
                  <a:srgbClr val="111111"/>
                </a:solidFill>
                <a:latin typeface="Calibri" panose="020F0502020204030204" pitchFamily="34" charset="0"/>
              </a:rPr>
              <a:t>Large Global Supply Network</a:t>
            </a:r>
          </a:p>
        </p:txBody>
      </p:sp>
    </p:spTree>
    <p:extLst>
      <p:ext uri="{BB962C8B-B14F-4D97-AF65-F5344CB8AC3E}">
        <p14:creationId xmlns:p14="http://schemas.microsoft.com/office/powerpoint/2010/main" val="53039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2026-05-16T11:27:50Z</dcterms:created>
  <dcterms:modified xsi:type="dcterms:W3CDTF">2026-05-16T11:27:50Z</dcterms:modified>
</cp:coreProperties>
</file>