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inventory-opti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3000" kern="1200">
                <a:latin typeface="Calibri Light"/>
              </a:rPr>
              <a:t>Inventory Optimization</a:t>
            </a:r>
          </a:p>
          <a:p>
            <a:pPr algn="l"/>
            <a:r>
              <a:rPr sz="3000" kern="1200">
                <a:latin typeface="Calibri Light"/>
              </a:rPr>
              <a:t>Inventory </a:t>
            </a:r>
            <a:r>
              <a:rPr sz="3000" kern="1200">
                <a:highlight>
                  <a:srgbClr val="FFF200"/>
                </a:highlight>
                <a:latin typeface="Calibri Light"/>
              </a:rPr>
              <a:t>Optimization</a:t>
            </a:r>
          </a:p>
          <a:p>
            <a:pPr algn="l"/>
            <a:r>
              <a:rPr sz="2200" kern="1200">
                <a:latin typeface="Calibri"/>
              </a:rPr>
              <a:t>In v e n t o r y Op t i should never appear from run splitting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