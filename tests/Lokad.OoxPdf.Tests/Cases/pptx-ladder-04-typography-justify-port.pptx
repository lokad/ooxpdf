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justify-port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just"/>
            <a:r>
              <a:rPr sz="1800">
                <a:latin typeface="Calibri"/>
              </a:rPr>
              <a:t>Paragraph one aligned justify. Lorem ipsum dolor sit amet, consectetur adipiscing elit.</a:t>
            </a:r>
          </a:p>
          <a:p>
            <a:pPr algn="just"/>
            <a:r>
              <a:rPr sz="1800">
                <a:latin typeface="Calibri"/>
              </a:rPr>
              <a:t>Paragraph two aligned justify. Demand planning text should distribute word spacing across wrapped lines.</a:t>
            </a:r>
          </a:p>
          <a:p>
            <a:pPr algn="just"/>
            <a:r>
              <a:rPr sz="1800">
                <a:latin typeface="Calibri"/>
              </a:rPr>
              <a:t>Paragraph three aligned justify. The last visual line should remain left aligned like PowerPoint.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