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no-wrap-zero-kerning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2400" kern="0">
                <a:latin typeface="Arial"/>
              </a:rPr>
              <a:t>To AV WA TA To AV WA TA To AV WA TA</a:t>
            </a:r>
          </a:p>
          <a:p>
            <a:pPr algn="l">
              <a:spcAft>
                <a:spcPts val="1200"/>
              </a:spcAft>
            </a:pPr>
            <a:r>
              <a:rPr sz="2400" kern="1">
                <a:latin typeface="Arial"/>
              </a:rPr>
              <a:t>To AV WA TA To AV WA TA To AV WA TA</a:t>
            </a:r>
          </a:p>
          <a:p>
            <a:pPr algn="l">
              <a:spcAft>
                <a:spcPts val="1200"/>
              </a:spcAft>
            </a:pPr>
            <a:r>
              <a:rPr sz="2400" kern="10000">
                <a:latin typeface="Arial"/>
              </a:rPr>
              <a:t>To AV WA TA To AV WA TA To AV WA 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