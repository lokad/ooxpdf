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5CC32-DBC3-7CB3-6DBC-4FC2D4CC7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46A22-8CCA-1641-428D-54F29F52B3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FFC7D-DB08-9988-0FB4-F671ACAAA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D3A2C-DCE6-B0FF-4601-65F8D30E5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BAEAB8-8391-05F8-390C-27F34111C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929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BB56-59F9-B5ED-68F1-5C20CE989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BCD69-69E5-EEE4-D85E-1946391C8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4913B-2F18-097D-8D54-5ED887E9F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52B975-2F3D-77BD-D0DB-3172FAC34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71D3F-168E-D3A6-9329-27AFE77B1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696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E8536-D217-BC5B-4B10-7082E6B69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0FF3A-CB26-F089-CAE5-962A1BA30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DCE0F-CD63-11B0-12CB-147E56419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2FC67-91F9-A9DF-E447-9A50E8472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9E0B4-D5AF-4AD3-D1EE-3C61B39A4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376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80C89-66AF-C2E3-93BF-75A878EE1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BFEE-A416-3011-F43D-B4EE95D14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554D98-1287-4EF1-8757-59BCA386AB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7D341A-F6DB-C8EF-5000-3FEA5F6AC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46155A-C8CA-D98C-71F3-E9D3BC351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01AC4-354E-2EBA-DB39-01DB946A8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712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18145-B2A0-2B5F-B679-07F1CCBA3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B514F3-08FE-3F1F-C7F6-79656FE45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48D0BC-2C73-CE3A-F3D2-9A85DE4577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E81D4-9633-F538-4785-08916DF03D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6AD9A1-A05F-667D-2A94-097C0D5CED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5B56DF-E7FD-9854-5859-5297ADF4D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19F0D3-FAEF-A20F-4DC0-0331D3A7F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3EF32-DD43-2914-9055-4075FB0E6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591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736EE-7DED-18CD-941A-6FFAD938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23FAA-51E5-A175-4ACC-08FEE8DA9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D2B468-FDF7-DBC6-996D-B8894FE3A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410F5-22FD-2BC9-42FF-79798C3B2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0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A5D56F-F3FA-9A8D-E04A-65724624B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FF61A5-B71C-A393-65F8-9041146B4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97FB3-D3C4-BF27-330C-4065CA7E9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864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ADF8C-BD4D-E5BD-0758-F8FD78496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21792-A287-B36C-651B-952635276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994A53-42F6-094C-6866-6EE7EBC5A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C986E4-BF9C-1F26-BE3C-3D9AC519B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853BA-319C-158E-61C9-70F01A655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1CCBA4-7A74-78EE-0C02-422B95169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122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80531-3A41-38D8-71DC-C744CA5DC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3433B0-80CF-C535-CAA2-3E36E117C4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4CDA5-9C61-CE69-C4ED-AF77006C8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0CF547-B9BD-A600-8BCC-4731FB524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FE32F2-2FED-298F-9A62-3BB600AB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C2D8FC-06D0-39E1-06EA-D83ADBA4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246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F3B4-2C1A-AB07-FB88-5EDC68A5A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0882D-B722-54E9-8C6E-8D39D5EDA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D40FE-ADDD-16BE-5918-B413ABA60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7221-16A8-44A2-62B1-39DF2B0E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6A7D6D-BD85-47E0-31DB-49EE27A27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999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068E43-2556-B8A2-5164-5EE90C5FF3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C048A9-4B07-518F-D6E7-361739B21E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65241-23D3-BF2A-167A-734C0F27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45142-AE68-F487-D182-52C8DD875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A55C8-3774-7C99-458C-7F25D540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814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6B65D1-7056-F1AA-4BE7-395FED0CE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4C9E0-0BF8-74F0-74C3-FC437C1D5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1E84E-3347-0BBA-E3A2-4E065FB9E0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6631F-C5D1-4F53-AE74-C1447B68FF1D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AAE3A-1CEB-7752-7442-CB264826C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B0DB9-E86D-9076-A0C0-E75ADD81A0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76F9FB-0D8D-48EE-B245-8E8F7BB256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455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NoAutofit Cambria Fit Probe"/>
          <p:cNvSpPr txBox="1"/>
          <p:nvPr/>
        </p:nvSpPr>
        <p:spPr>
          <a:xfrm>
            <a:off x="868680" y="650240"/>
            <a:ext cx="10483000" cy="8443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90000"/>
              </a:lnSpc>
              <a:spcAft>
                <a:spcPts val="1200"/>
              </a:spcAft>
              <a:defRPr sz="1800">
                <a:latin typeface="Cambria Math"/>
              </a:defRPr>
            </a:pPr>
            <a:r>
              <a:rPr lang="en-US" sz="1800">
                <a:latin typeface="Cambria Math"/>
                <a:highlight>
                  <a:srgbClr val="FFFF00"/>
                </a:highlight>
              </a:rPr>
              <a:t>Careful planning </a:t>
            </a:r>
            <a:r>
              <a:rPr lang="en-US" sz="1800">
                <a:latin typeface="Cambria Math"/>
              </a:rPr>
              <a:t>keeps dense operational explanations aligned with measurable service commitments, inventory buffers, and robust weekly decisions.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2026-05-23T22:32:58Z</dcterms:created>
  <dcterms:modified xsi:type="dcterms:W3CDTF">2026-05-23T22:32:58Z</dcterms:modified>
</cp:coreProperties>
</file>