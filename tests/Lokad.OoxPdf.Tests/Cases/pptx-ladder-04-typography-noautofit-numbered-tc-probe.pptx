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 2"/>
          <p:cNvSpPr txBox="1"/>
          <p:nvPr/>
        </p:nvSpPr>
        <p:spPr>
          <a:xfrm>
            <a:off x="4925960" y="2005603"/>
            <a:ext cx="6348494" cy="907941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/>
            <a:r>
              <a:rPr lang="en-US" sz="1200">
                <a:latin typeface="Aptos"/>
              </a:rPr>
              <a:t>Alpha planning teams compare replenishment signals across stores and warehouses before committing inventory. This public sentence is intentionally long enough to wrap across several lines in a wide text frame.</a:t>
            </a:r>
          </a:p>
          <a:p>
            <a:pPr/>
            <a:r>
              <a:rPr lang="en-US" sz="1200">
                <a:latin typeface="Aptos"/>
              </a:rPr>
              <a:t>Alpha planning teams compare replenishment signals across stores and warehouses before committing inventory. This public sentence is intentionally long enough to wrap across several lines in a wide text frame. Operations need a stable decomposition that keeps glyph placement and PDF text state aligned across wrapped paragraphs with several neutral words.</a:t>
            </a:r>
          </a:p>
        </p:txBody>
      </p:sp>
      <p:sp>
        <p:nvSpPr>
          <p:cNvPr id="3" name="Probe 3"/>
          <p:cNvSpPr txBox="1"/>
          <p:nvPr/>
        </p:nvSpPr>
        <p:spPr>
          <a:xfrm>
            <a:off x="5034114" y="2976553"/>
            <a:ext cx="3048002" cy="3093154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marL="228600" indent="-228600">
              <a:buAutoNum type="arabicPeriod"/>
            </a:pPr>
            <a:r>
              <a:rPr lang="en-US" sz="1200">
                <a:latin typeface="Aptos"/>
              </a:rPr>
              <a:t>First numbered heading for a public structural probe.</a:t>
            </a:r>
          </a:p>
          <a:p>
            <a:pPr/>
            <a:r>
              <a:rPr lang="en-US" sz="1200">
                <a:latin typeface="Aptos"/>
              </a:rPr>
              <a:t>Operations need a stable decomposition that keeps glyph placement and PDF text state aligned across wrapped paragraphs with several neutral words.</a:t>
            </a:r>
          </a:p>
          <a:p>
            <a:pPr/>
            <a:r>
              <a:rPr lang="en-US" sz="1200">
                <a:latin typeface="Aptos"/>
              </a:rPr>
              <a:t>Another paragraph adds enough public text to create multiple wrapped lines and a tight right edge for the Office exporter.</a:t>
            </a:r>
          </a:p>
          <a:p>
            <a:pPr/>
            <a:r>
              <a:rPr lang="en-US" sz="1200">
                <a:latin typeface="Aptos"/>
              </a:rPr>
              <a:t>A short closing sentence completes the left probe frame.</a:t>
            </a:r>
          </a:p>
        </p:txBody>
      </p:sp>
      <p:sp>
        <p:nvSpPr>
          <p:cNvPr id="4" name="Probe 4"/>
          <p:cNvSpPr txBox="1"/>
          <p:nvPr/>
        </p:nvSpPr>
        <p:spPr>
          <a:xfrm>
            <a:off x="8190269" y="2976553"/>
            <a:ext cx="3048002" cy="3093154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marL="228600" indent="-228600">
              <a:buAutoNum type="arabicPeriod" startAt="2"/>
            </a:pPr>
            <a:r>
              <a:rPr lang="en-US" sz="1200">
                <a:latin typeface="Aptos"/>
              </a:rPr>
              <a:t>Second numbered heading for public structure.</a:t>
            </a:r>
          </a:p>
          <a:p>
            <a:pPr/>
            <a:r>
              <a:rPr lang="en-US" sz="1200">
                <a:latin typeface="Aptos"/>
              </a:rPr>
              <a:t>Operations need a stable decomposition that keeps glyph placement and PDF text state aligned across wrapped paragraphs with several neutral words.</a:t>
            </a:r>
          </a:p>
          <a:p>
            <a:pPr/>
            <a:r>
              <a:rPr lang="en-US" sz="1200">
                <a:latin typeface="Aptos"/>
              </a:rPr>
              <a:t>Another paragraph adds enough public text to create multiple wrapped lines and a tight right edge for the Office exporter. Operations need a stable decomposition that keeps glyph placement and PDF text state aligned across wrapped paragraphs with several neutral words.</a:t>
            </a:r>
          </a:p>
          <a:p>
            <a:pPr/>
            <a:r>
              <a:rPr lang="en-US" sz="1200">
                <a:latin typeface="Aptos"/>
              </a:rPr>
              <a:t>Final public paragraph with several words for line wrapping.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