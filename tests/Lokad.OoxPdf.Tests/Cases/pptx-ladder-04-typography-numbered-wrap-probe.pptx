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numbered-wrap-probe"/>
          <p:cNvSpPr txBox="1"/>
          <p:nvPr/>
        </p:nvSpPr>
        <p:spPr>
          <a:xfrm>
            <a:off x="914400" y="914400"/>
            <a:ext cx="2413000" cy="444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 vertOverflow="overflow">
            <a:noAutofit/>
          </a:bodyPr>
          <a:lstStyle/>
          <a:p>
            <a:pPr algn="l" lvl="0" marL="457200" indent="-228600">
              <a:buSzPts val="3600"/>
              <a:buAutoNum type="arabicPeriod" startAt="100"/>
            </a:pPr>
            <a:r>
              <a:rPr sz="2400" kern="1200">
                <a:solidFill>
                  <a:srgbClr val="222222"/>
                </a:solidFill>
                <a:latin typeface="Arial"/>
              </a:rPr>
              <a:t>Public planning teams compare stock and delivery signals.</a:t>
            </a:r>
            <a:endParaRPr sz="240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