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punctuation-boundaries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600">
                <a:latin typeface="Arial"/>
              </a:rPr>
              <a:t>SKU-123 / A+B, C.D</a:t>
            </a:r>
          </a:p>
          <a:p>
            <a:pPr algn="l"/>
            <a:r>
              <a:rPr sz="2600">
                <a:latin typeface="Calibri"/>
              </a:rPr>
              <a:t>Q1/Q2: A-B+C, D.E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