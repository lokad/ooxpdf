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0C3C-2FE1-1114-6250-052DC5B5D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4C782-61A2-A5FB-ADA6-AB6766EFD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8417B-77AA-3A8B-FBD1-268E864D3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52A4-CD13-47A1-BB65-33F13471162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5732A-7798-24E5-CB67-08EE9039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5CA24-5D82-5E68-3FB6-A1176480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D72E-B14B-4839-A6E9-227880B65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3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E8C0F-03A1-DF88-0075-545BF4EDF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2206F-7364-1FDD-C534-7DD23A2FA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95378-9607-25FA-31AE-0724D231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52A4-CD13-47A1-BB65-33F13471162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C2847-708F-E8FC-41E3-C272B2A3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C8160-3C3B-5766-84CB-5C0C846D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D72E-B14B-4839-A6E9-227880B65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5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AC9A6-6B2A-4DE7-0CD5-37F5CE3A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8128D-D8E0-3D30-56C3-73F25127C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CF33E-7C41-2CE3-6E00-0D19953B1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52A4-CD13-47A1-BB65-33F13471162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ADDE-CE95-D09C-F967-BB7F58F7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9FA15-9532-29A0-04DE-3A5667975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D72E-B14B-4839-A6E9-227880B65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978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EFF4-27A5-6D83-87B4-A72C4343B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BD81C-1E00-F365-4E91-5B820D255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EA987-4567-CDBB-1987-F778810CF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8CC8D-53C8-6886-07CD-B45CCD9D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52A4-CD13-47A1-BB65-33F13471162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A8F92-DFF7-7598-7CC7-AD2416AAA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F5725-548C-CB35-BB38-1DA10840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D72E-B14B-4839-A6E9-227880B65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43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2D31-A213-BDEF-A5B7-6FCA0EFC5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071A2-A6AC-7906-8130-A89480FDB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8CAA0-F5A6-5E72-0FD6-41C4A6A78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145B8-5E9C-75D4-B3AB-310335036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AF37FE-0243-A6D4-31A5-784F0C035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F810B-0781-8236-E875-FBA35A164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52A4-CD13-47A1-BB65-33F13471162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2E37A-7BD5-2532-C9B7-114C98E8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CD490-1923-D371-61F0-2A284AAB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D72E-B14B-4839-A6E9-227880B65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3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BC44-87FD-14D6-C5E7-260CBE12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8267C3-BD14-EC8A-C812-D4779D09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52A4-CD13-47A1-BB65-33F13471162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4A517-F532-5613-C508-B2F723E8D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A2D35-FAA9-8157-09EE-3FBA3E64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D72E-B14B-4839-A6E9-227880B65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B6EC03-D1A8-4F19-00F9-73994F14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52A4-CD13-47A1-BB65-33F13471162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CA735-B8CD-F5D4-3F55-ECA77D1B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BD78F-4A4D-D772-1EB9-FD3BC7FA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D72E-B14B-4839-A6E9-227880B65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5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70E3-89CE-60E3-83CB-941AFE02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9DA4C-F9B1-7969-1C0D-081FFC447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C1B0E-898F-800F-FDB1-DF91D7168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D8627-4415-D85D-911D-02C742DC0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52A4-CD13-47A1-BB65-33F13471162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4A640-8F01-1508-1026-AD190301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9D975-E13D-65DE-DBAB-E56B767F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D72E-B14B-4839-A6E9-227880B65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9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5B9F-1B61-D9CB-516D-D0BFF8D6C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D48CCB-4B7D-F17C-7190-39F701C45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E835B-6BF7-F1F4-00EC-BBEC721E0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063F0-A2F4-0AC1-DDCB-99B5F2BD3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52A4-CD13-47A1-BB65-33F13471162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2E668-5193-A86E-693F-9DEB2121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B6B8D-A8B4-C45F-C0E0-1C0E5D86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D72E-B14B-4839-A6E9-227880B65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3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64B24-8E73-F477-3074-74C9A92E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DA677-A3AD-77F8-FFA1-4DFA91020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BB968-5060-0903-8D16-B5DE4AD2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52A4-CD13-47A1-BB65-33F13471162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8895A-69A2-F860-1346-5D4C5076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AF4FF-8892-6981-680C-0989AEF7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D72E-B14B-4839-A6E9-227880B65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69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09CE59-AE75-898E-499B-9820BE001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8CBD8-3580-2499-AA69-34CE3B286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AA87B-B2BC-292B-A275-E5FCD40BA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52A4-CD13-47A1-BB65-33F13471162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655D1-4809-F379-9997-BAB676EBA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DE968-71C6-ED4F-C7BA-91F3D6A29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D72E-B14B-4839-A6E9-227880B65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5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A0BEB2-BC87-2F4B-36AA-A158C30E2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90E65-5E51-31A1-F07E-03A4612AD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49A10-0560-C6AF-F665-160091C13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252A4-CD13-47A1-BB65-33F13471162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41F50-0760-4C80-F546-A0255B74E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0AD61-BA8A-2D4C-A2C2-C99916B13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FD72E-B14B-4839-A6E9-227880B65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7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E3D51C-E66D-0B7E-22FD-E830ECB28D30}"/>
              </a:ext>
            </a:extLst>
          </p:cNvPr>
          <p:cNvSpPr txBox="1"/>
          <p:nvPr/>
        </p:nvSpPr>
        <p:spPr>
          <a:xfrm>
            <a:off x="914400" y="914400"/>
            <a:ext cx="8255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3200">
                <a:solidFill>
                  <a:srgbClr val="111111"/>
                </a:solidFill>
                <a:latin typeface="Cambria Math" panose="02040503050406030204" pitchFamily="18" charset="0"/>
              </a:rPr>
              <a:t>Lokad en quelques mots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8444E-FC8D-7685-D3D8-6D9351DC9635}"/>
              </a:ext>
            </a:extLst>
          </p:cNvPr>
          <p:cNvSpPr txBox="1"/>
          <p:nvPr/>
        </p:nvSpPr>
        <p:spPr>
          <a:xfrm>
            <a:off x="914400" y="1752600"/>
            <a:ext cx="8255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3200">
                <a:solidFill>
                  <a:srgbClr val="111111"/>
                </a:solidFill>
                <a:latin typeface="Cambria Math" panose="02040503050406030204" pitchFamily="18" charset="0"/>
              </a:rPr>
              <a:t>Dépendance à l’offre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A489E4-E737-BBF0-9222-490EB935F8F8}"/>
              </a:ext>
            </a:extLst>
          </p:cNvPr>
          <p:cNvSpPr txBox="1"/>
          <p:nvPr/>
        </p:nvSpPr>
        <p:spPr>
          <a:xfrm>
            <a:off x="914400" y="2590800"/>
            <a:ext cx="8255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3200">
                <a:solidFill>
                  <a:srgbClr val="111111"/>
                </a:solidFill>
                <a:latin typeface="Cambria Math" panose="02040503050406030204" pitchFamily="18" charset="0"/>
              </a:rPr>
              <a:t>Large Global Supply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85829-65BF-3E18-4ED0-EC9809D45628}"/>
              </a:ext>
            </a:extLst>
          </p:cNvPr>
          <p:cNvSpPr txBox="1"/>
          <p:nvPr/>
        </p:nvSpPr>
        <p:spPr>
          <a:xfrm>
            <a:off x="914400" y="3429000"/>
            <a:ext cx="8255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uLnTx/>
                <a:uFillTx/>
                <a:latin typeface="Cambria Math" panose="02040503050406030204" pitchFamily="18" charset="0"/>
              </a:rPr>
              <a:t>The scale</a:t>
            </a:r>
            <a:r>
              <a:rPr lang="en-US" sz="3200" dirty="0">
                <a:solidFill>
                  <a:srgbClr val="111111"/>
                </a:solidFill>
                <a:latin typeface="Cambria Math" panose="02040503050406030204" pitchFamily="18" charset="0"/>
              </a:rPr>
              <a:t> and growth</a:t>
            </a:r>
          </a:p>
        </p:txBody>
      </p:sp>
    </p:spTree>
    <p:extLst>
      <p:ext uri="{BB962C8B-B14F-4D97-AF65-F5344CB8AC3E}">
        <p14:creationId xmlns:p14="http://schemas.microsoft.com/office/powerpoint/2010/main" val="255975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2026-05-16T11:01:37Z</dcterms:created>
  <dcterms:modified xsi:type="dcterms:W3CDTF">2026-05-16T11:01:37Z</dcterms:modified>
</cp:coreProperties>
</file>