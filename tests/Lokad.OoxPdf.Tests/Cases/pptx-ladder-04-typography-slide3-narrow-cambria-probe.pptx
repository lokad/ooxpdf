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lide3-narrow-cambria-probe"/>
          <p:cNvSpPr txBox="1"/>
          <p:nvPr/>
        </p:nvSpPr>
        <p:spPr>
          <a:xfrm>
            <a:off x="775665" y="1466572"/>
            <a:ext cx="3371526" cy="1923604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400" b="1" kern="1200">
                <a:latin typeface="Cambria Math"/>
              </a:rPr>
              <a:t>Large Global Supply Network means strategic constraints and operational volatility</a:t>
            </a:r>
          </a:p>
          <a:p>
            <a:pPr algn="l"/>
            <a:r>
              <a:rPr sz="1200" b="1" kern="1200">
                <a:latin typeface="Cambria Math"/>
              </a:rPr>
              <a:t>Inventory Optimization and Planning depend on local decisions across locations. The </a:t>
            </a:r>
            <a:r>
              <a:rPr sz="1200" b="1" kern="1200">
                <a:latin typeface="Cambria Math"/>
                <a:highlight>
                  <a:srgbClr val="FFF200"/>
                </a:highlight>
              </a:rPr>
              <a:t>AI</a:t>
            </a:r>
            <a:r>
              <a:rPr sz="1200" b="1" kern="1200">
                <a:latin typeface="Cambria Math"/>
              </a:rPr>
              <a:t> workflow must keep words readable without parasite letter spacing.</a:t>
            </a:r>
          </a:p>
          <a:p>
            <a:pPr algn="l"/>
            <a:r>
              <a:rPr sz="1200" kern="1200">
                <a:latin typeface="Cambria Math"/>
              </a:rPr>
              <a:t>The key to reducing internal inefficiencies is in optimizing decisions despite external uncertainties.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