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small-label-origin-probe"/>
          <p:cNvSpPr/>
          <p:nvPr/>
        </p:nvSpPr>
        <p:spPr>
          <a:xfrm>
            <a:off x="2218943" y="2019309"/>
            <a:ext cx="384048" cy="384048"/>
          </a:xfrm>
          <a:prstGeom prst="ellipse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</p:spPr>
        <p:txBody>
          <a:bodyPr vertOverflow="clip" horzOverflow="clip" wrap="none" rtlCol="0" anchor="ctr" anchorCtr="0"/>
          <a:lstStyle/>
          <a:p>
            <a:pPr algn="l"/>
            <a:r>
              <a:rPr lang="en-US" sz="1800" kern="1200"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