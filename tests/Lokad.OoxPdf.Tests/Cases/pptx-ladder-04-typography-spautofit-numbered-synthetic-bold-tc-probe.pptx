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spautofit-numbered-synthetic-bold-tc-probe"/>
          <p:cNvSpPr txBox="1"/>
          <p:nvPr/>
        </p:nvSpPr>
        <p:spPr>
          <a:xfrm>
            <a:off x="8190269" y="2976553"/>
            <a:ext cx="3048002" cy="30931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28600" indent="-228600">
              <a:buAutoNum type="arabicPeriod" startAt="2"/>
            </a:pPr>
            <a:r>
              <a:rPr lang="en-US" sz="1200">
                <a:latin typeface="Cambria Math"/>
              </a:rPr>
              <a:t>Second numbered heading for public structure.</a:t>
            </a:r>
          </a:p>
          <a:p>
            <a:pPr/>
            <a:r>
              <a:rPr lang="en-US" sz="1200">
                <a:latin typeface="Cambria Math"/>
              </a:rPr>
              <a:t>Operations need a stable decomposition that keeps glyph placement and PDF text state aligned across wrapped paragraphs with several neutral words.</a:t>
            </a:r>
          </a:p>
          <a:p>
            <a:pPr/>
            <a:r>
              <a:rPr lang="en-US" sz="1200">
                <a:latin typeface="Cambria Math"/>
              </a:rPr>
              <a:t>Another paragraph adds enough public text to create multiple </a:t>
            </a:r>
            <a:r>
              <a:rPr lang="en-US" sz="1200" b="1">
                <a:latin typeface="Cambria Math"/>
              </a:rPr>
              <a:t>emphasized words for </a:t>
            </a:r>
            <a:r>
              <a:rPr lang="en-US" sz="1200">
                <a:latin typeface="Cambria Math"/>
              </a:rPr>
              <a:t>the Office exporter. Operations need a stable decomposition that keeps glyph placement and PDF text state aligned across wrapped paragraphs with several neutral words.</a:t>
            </a:r>
          </a:p>
          <a:p>
            <a:pPr/>
            <a:r>
              <a:rPr lang="en-US" sz="1200">
                <a:latin typeface="Cambria Math"/>
              </a:rPr>
              <a:t>Final public paragraph with several words for line wrapping and a stable right 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