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x-ladder-04-typography-spautofit-tracking-narrow-probe"/>
          <p:cNvSpPr txBox="1"/>
          <p:nvPr/>
        </p:nvSpPr>
        <p:spPr>
          <a:xfrm>
            <a:off x="685800" y="548640"/>
            <a:ext cx="2514600" cy="5760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kern="1200">
                <a:latin typeface="Cambria Math"/>
              </a:rPr>
              <a:t>SpAutoFit narrow 10pt Cambria Math keeps words readable across wrapped lines.</a:t>
            </a:r>
          </a:p>
          <a:p>
            <a:pPr algn="l">
              <a:spcAft>
                <a:spcPts val="300"/>
              </a:spcAft>
            </a:pPr>
            <a:r>
              <a:rPr sz="1200" kern="1200">
                <a:latin typeface="Cambria Math"/>
              </a:rPr>
              <a:t>SpAutoFit narrow 12pt Cambria Math keeps words readable across wrapped lines.</a:t>
            </a:r>
          </a:p>
          <a:p>
            <a:pPr algn="l">
              <a:spcAft>
                <a:spcPts val="300"/>
              </a:spcAft>
            </a:pPr>
            <a:r>
              <a:rPr sz="1400" kern="1200">
                <a:latin typeface="Cambria Math"/>
              </a:rPr>
              <a:t>SpAutoFit narrow 14pt Cambria Math keeps words readable across wrapped lines.</a:t>
            </a:r>
          </a:p>
          <a:p>
            <a:pPr algn="l">
              <a:spcAft>
                <a:spcPts val="300"/>
              </a:spcAft>
            </a:pPr>
            <a:r>
              <a:rPr sz="1200" kern="1200" b="1">
                <a:latin typeface="Cambria Math"/>
              </a:rPr>
              <a:t>SpAutoFit narrow 12pt bold Cambria Math keeps words readable across wrapped lines.</a:t>
            </a:r>
          </a:p>
          <a:p>
            <a:pPr algn="l">
              <a:spcAft>
                <a:spcPts val="300"/>
              </a:spcAft>
            </a:pPr>
            <a:r>
              <a:rPr sz="1200" kern="1200">
                <a:latin typeface="Cambria Math"/>
              </a:rPr>
              <a:t>SpAutoFit highlighted </a:t>
            </a:r>
            <a:r>
              <a:rPr sz="1200" kern="1200">
                <a:highlight>
                  <a:srgbClr val="FFFF00"/>
                </a:highlight>
                <a:latin typeface="Cambria Math"/>
              </a:rPr>
              <a:t>AI</a:t>
            </a:r>
            <a:r>
              <a:rPr sz="1200" kern="1200">
                <a:latin typeface="Cambria Math"/>
              </a:rPr>
              <a:t> boundary keeps neighboring words stable.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