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spautofit-tracking-wide-probe"/>
          <p:cNvSpPr txBox="1"/>
          <p:nvPr/>
        </p:nvSpPr>
        <p:spPr>
          <a:xfrm>
            <a:off x="685800" y="548640"/>
            <a:ext cx="7772400" cy="5760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kern="1200">
                <a:latin typeface="Cambria Math"/>
              </a:rPr>
              <a:t>SpAutoFit wide 12pt Cambria Math, plain words should reveal default tracking.</a:t>
            </a:r>
          </a:p>
          <a:p>
            <a:pPr algn="l">
              <a:spcAft>
                <a:spcPts val="300"/>
              </a:spcAft>
            </a:pPr>
            <a:r>
              <a:rPr sz="1200" kern="1200">
                <a:latin typeface="Cambria Math"/>
              </a:rPr>
              <a:t>SpAutoFit wide highlighted </a:t>
            </a:r>
            <a:r>
              <a:rPr sz="1200" kern="1200">
                <a:highlight>
                  <a:srgbClr val="FFFF00"/>
                </a:highlight>
                <a:latin typeface="Cambria Math"/>
              </a:rPr>
              <a:t>AI</a:t>
            </a:r>
            <a:r>
              <a:rPr sz="1200" kern="1200">
                <a:latin typeface="Cambria Math"/>
              </a:rPr>
              <a:t> boundary should reveal highlight tracking behavior.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