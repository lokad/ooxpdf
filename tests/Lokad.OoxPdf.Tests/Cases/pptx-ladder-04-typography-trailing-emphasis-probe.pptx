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EDCAA-5496-C42F-D7F4-AE02B84E0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51557-D71D-F3A3-80C9-CC0020755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1FAE3-330E-89CD-4461-53A35273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5AF37-B159-CEEF-B5F2-1A0834E08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5ED38-3980-FE43-1CBA-A611BCA2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0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16CD0-61FB-8A45-E147-387BD3703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3E4F3-EA10-1C53-EEF7-965CCFECE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51456-BC56-8FD7-25A5-E4A8713F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604F7-0C3C-4497-A8E6-EF759C47F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F9686-F513-973C-A7EB-4254038B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5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D3568-08D0-EFBD-7A54-83877F739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F6A08-E3BC-BF25-199A-068C1A47F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50904-BE8B-5979-A83C-4DCFC182A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E158-7E8F-D923-9AD3-3DD9E12BD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158FA-095B-7EA6-9A8E-78081E0B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4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BE0C-26FF-C43F-42DF-EDB39A897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08B26-DC6B-DF13-144A-B8F66613F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A46E8-4831-D456-A1F2-2AD9F1FDB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A6241-0F20-3D9E-C58F-8A01D0DB9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3E47C-C50E-D925-0AF3-C0C90D16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216BF-59D8-F33E-1689-6C22C3EF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04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FFC80-7646-6449-BFB4-44C4DACB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AA08C-056E-D5E3-5089-80501626B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784E6-D14D-9F93-6C8B-32A7C3B5F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B1BC0-9F4D-4CB8-F596-3D76B5AF5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E7F2D-1F26-DE60-3236-21AC74D94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F99986-E789-292D-714B-A7059B254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1ABCE8-5A17-EB54-E315-F3C3B4F3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31D07-12C7-B75A-CA03-BECB62F9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5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E7167-A708-A3A2-DDE8-ECC0A5D5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335CE-5837-03DB-EF7E-E2C5C4C3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C24B5-E0ED-CAFB-91B2-79174B562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036FE-E203-DCCE-25FA-5B8EC21C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7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096BF-02E7-C6ED-851A-67AABBBBC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CA4CBB-F327-2542-3219-B101C0C95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55889-7258-2D5C-2950-13C5AAF5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9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DD09-4B3D-7319-F89F-A9087AB2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7243-49B4-E8C6-0B96-BF131D861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FBDD0-9178-5C33-81A5-4ACE32DD2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FACA1-E246-F7DD-852B-E3A991C3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5B75B-D18C-0E90-63C0-6A23ADE1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08180-030C-D7DB-7682-3CE2256B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9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EA16-E77D-D7CE-0424-E44F786A7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ED19F7-373B-51F4-1FE9-679B05368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FBEA8-850B-2B61-0C0E-7BA200D16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DCB29-617C-7DF4-DBE4-5DFF9B64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68A87-080E-9570-E038-1D41F889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3159F-0683-B926-D003-19AA6DA1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3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CFBF-EC44-8E3E-1080-5DA4F44B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94256-76CB-CF1D-37B3-C2D35ADAB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9DF2E-E36C-61F3-BC35-42ED92BB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523EF-8257-E3FC-A03B-E3BEB54EA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2F43F-DF1A-6198-DB37-8BF70D6D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18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4ABB1-D72F-69C4-CF2A-514C40EA1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B4429-DB26-60B1-CEDE-7B2D47C8B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32109-1B35-7116-CA5D-E963FB70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D1659-84CD-FBA3-4387-18D7FCF6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0A391-0199-1A71-DAD6-07DD3C3C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51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584F5F-46E4-2B6A-8801-F57DE319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30800-A4D0-3FD5-CC53-923C580F1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8399B-106C-5F4A-8445-04336802C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F8673-CBA0-445F-83DB-764A240EBD3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6BC28-04DF-336A-D056-6695B086B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EAE22-C4BD-6E37-E03E-E4208B32E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C5037-5399-4F7B-B26B-C5339A437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5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37B81A-91A3-8A87-0D7C-01933D576C7C}"/>
              </a:ext>
            </a:extLst>
          </p:cNvPr>
          <p:cNvSpPr txBox="1"/>
          <p:nvPr/>
        </p:nvSpPr>
        <p:spPr>
          <a:xfrm>
            <a:off x="914400" y="914400"/>
            <a:ext cx="438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1E1E1E"/>
                </a:solidFill>
                <a:latin typeface="Cambria Math" panose="02040503050406030204" pitchFamily="18" charset="0"/>
              </a:rPr>
              <a:t>Quality decisions depend on careful operational </a:t>
            </a:r>
            <a:r>
              <a:rPr lang="en-US" sz="1400" b="1">
                <a:solidFill>
                  <a:srgbClr val="1E1E1E"/>
                </a:solidFill>
                <a:latin typeface="Cambria Math" panose="02040503050406030204" pitchFamily="18" charset="0"/>
              </a:rPr>
              <a:t>planning</a:t>
            </a:r>
            <a:r>
              <a:rPr lang="en-US" sz="1400">
                <a:solidFill>
                  <a:srgbClr val="1E1E1E"/>
                </a:solidFill>
                <a:latin typeface="Cambria Math" panose="02040503050406030204" pitchFamily="18" charset="0"/>
              </a:rPr>
              <a:t> and reliable daily execution.</a:t>
            </a:r>
          </a:p>
        </p:txBody>
      </p:sp>
    </p:spTree>
    <p:extLst>
      <p:ext uri="{BB962C8B-B14F-4D97-AF65-F5344CB8AC3E}">
        <p14:creationId xmlns:p14="http://schemas.microsoft.com/office/powerpoint/2010/main" val="3969301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2026-05-28T15:05:47Z</dcterms:created>
  <dcterms:modified xsi:type="dcterms:W3CDTF">2026-05-28T15:05:47Z</dcterms:modified>
</cp:coreProperties>
</file>