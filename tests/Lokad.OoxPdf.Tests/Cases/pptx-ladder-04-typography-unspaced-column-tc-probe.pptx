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ree-column-unspaced"/>
          <p:cNvSpPr txBox="1"/>
          <p:nvPr/>
        </p:nvSpPr>
        <p:spPr>
          <a:xfrm>
            <a:off x="3686500" y="1839500"/>
            <a:ext cx="5115100" cy="2919500"/>
          </a:xfrm>
          <a:prstGeom prst="rect">
            <a:avLst/>
          </a:prstGeom>
          <a:noFill/>
          <a:ln>
            <a:noFill/>
          </a:ln>
        </p:spPr>
        <p:txBody>
          <a:bodyPr numCol="3" spcCol="108000" lIns="0" rIns="0" tIns="0" bIns="0">
            <a:noAutofit/>
          </a:bodyPr>
          <a:lstStyle/>
          <a:p>
            <a:pPr>
              <a:spcAft>
                <a:spcPts val="600"/>
              </a:spcAft>
            </a:pPr>
            <a:r>
              <a:rPr sz="1200">
                <a:latin typeface="Cambria Math"/>
              </a:rPr>
              <a:t>ALPHAALPHAALPHAALPHAALPHAALPHAALPHAALPHAALPHAALPHAALPHAALPHAALPHA</a:t>
            </a:r>
          </a:p>
          <a:p>
            <a:pPr>
              <a:spcAft>
                <a:spcPts val="600"/>
              </a:spcAft>
            </a:pPr>
            <a:r>
              <a:rPr sz="1200">
                <a:latin typeface="Cambria Math"/>
              </a:rPr>
              <a:t>ALPHAALPHAALPHAALPHAALPHAALPHAALPHAALPHAALPHAALPHAALPHAALPHAALPHAALPHAALPHAALPHAALPHAALPHAALPHAALPHAALPHAALPHAALPHAALPHAALPHAALPHAALPH</a:t>
            </a:r>
          </a:p>
          <a:p>
            <a:pPr>
              <a:spcAft>
                <a:spcPts val="600"/>
              </a:spcAft>
            </a:pPr>
            <a:r>
              <a:rPr sz="1200">
                <a:latin typeface="Cambria Math"/>
              </a:rPr>
              <a:t>ALPHAALPHAALPHAALPHAALPHAALPHAALPHAALPHAALPHAALPHAALPHAALPHAALPHAALPHAALPH</a:t>
            </a:r>
          </a:p>
          <a:p>
            <a:pPr>
              <a:spcAft>
                <a:spcPts val="600"/>
              </a:spcAft>
            </a:pPr>
            <a:r>
              <a:rPr sz="1200">
                <a:latin typeface="Cambria Math"/>
              </a:rPr>
              <a:t>ALPHAALPHAALPHAALPHAALPHAALPHAALPHAALPHAAL</a:t>
            </a:r>
          </a:p>
          <a:p>
            <a:pPr>
              <a:spcAft>
                <a:spcPts val="600"/>
              </a:spcAft>
            </a:pPr>
            <a:r>
              <a:rPr sz="1200">
                <a:latin typeface="Cambria Math"/>
              </a:rPr>
              <a:t>ALPHAALPHAALPHAALPHAALPHAALPHAALPHAALPHAALPHAALPHAALPHAALPHAALPHAALPHAALPHAALPHAALPHAALPHAALPHAALPHAALPHAALPHAALPHAALPHAALPHAALPHAALPHAALPHAALPHAALPHAALPHAALPHAALPHAALPHAALPHAALPHAALPHAALPHAALPHAALPHAALPHAALPHAALPHA</a:t>
            </a:r>
          </a:p>
          <a:p>
            <a:pPr>
              <a:spcAft>
                <a:spcPts val="600"/>
              </a:spcAft>
            </a:pPr>
            <a:r>
              <a:rPr sz="1200">
                <a:latin typeface="Cambria Math"/>
              </a:rPr>
              <a:t>ALPHAALPHAALPHAALPHAALPHAALPHAALPHAALPHAALPHAALPHAALPHAALPHAALPHAALPHAALPHAALPHAALPHAALPHAALPHAALPHAALPHAA</a:t>
            </a:r>
          </a:p>
          <a:p>
            <a:pPr>
              <a:spcAft>
                <a:spcPts val="600"/>
              </a:spcAft>
            </a:pPr>
            <a:r>
              <a:rPr sz="1200">
                <a:latin typeface="Cambria Math"/>
              </a:rPr>
              <a:t>ALPHAALPHAALPHAALPHAALPHAALPHAALPHAALPHAALPHAAL</a:t>
            </a:r>
          </a:p>
          <a:p>
            <a:pPr>
              <a:spcAft>
                <a:spcPts val="600"/>
              </a:spcAft>
            </a:pPr>
            <a:r>
              <a:rPr sz="1200">
                <a:latin typeface="Cambria Math"/>
              </a:rPr>
              <a:t>ALPHAALPHAALPHAALPHAALPHAALPHAALPHAALPHAALPHAALPHAALPHAALPHAALPHAALPHAALPHAALPHAALPHAALPHAALPHAALPHAALPHAALPHAALPHAALPHAALPHAALPHAALPHAALPHAALPHAALPHAALPHA</a:t>
            </a:r>
          </a:p>
          <a:p>
            <a:pPr>
              <a:spcAft>
                <a:spcPts val="600"/>
              </a:spcAft>
            </a:pPr>
            <a:r>
              <a:rPr sz="1200">
                <a:latin typeface="Cambria Math"/>
              </a:rPr>
              <a:t>ALPHAALPHAALPHAALPHAALPHAALPHAALPHAALPHAALPHAA</a:t>
            </a:r>
          </a:p>
          <a:p>
            <a:pPr>
              <a:spcAft>
                <a:spcPts val="600"/>
              </a:spcAft>
            </a:pPr>
            <a:r>
              <a:rPr sz="1200">
                <a:latin typeface="Cambria Math"/>
              </a:rPr>
              <a:t>ALPHAALPHAALPHAALPHAALPHAALPHAALPHAALPHAALPHAALPHAALPHAALPHAALPHAALPHAALPHAALPHAALPHAALPHAALPHAALPHAALPHAALPHAALPHAALPHAALPHAALPHAALPHAALPHAALPHAAL</a:t>
            </a:r>
          </a:p>
          <a:p>
            <a:pPr>
              <a:spcAft>
                <a:spcPts val="600"/>
              </a:spcAft>
            </a:pPr>
            <a:r>
              <a:rPr sz="1200">
                <a:latin typeface="Cambria Math"/>
              </a:rPr>
              <a:t>ALPHAALPHAALPHAALPHAALPHAALPHAALPHAALPHAA</a:t>
            </a:r>
          </a:p>
          <a:p>
            <a:pPr>
              <a:spcAft>
                <a:spcPts val="600"/>
              </a:spcAft>
            </a:pPr>
            <a:r>
              <a:rPr sz="1200">
                <a:latin typeface="Cambria Math"/>
              </a:rPr>
              <a:t>ALPHAALPHAALPHAALPHAALPHAALPHAALPHAALPHAALPHAALPHAALPHAALPHAALPHAALPHAALPHAALPHAALPHAALPHAALPHAALPHAALPHAALPHAALPHAALPHAA</a:t>
            </a:r>
          </a:p>
          <a:p>
            <a:pPr>
              <a:spcAft>
                <a:spcPts val="600"/>
              </a:spcAft>
            </a:pPr>
            <a:r>
              <a:rPr sz="1200">
                <a:latin typeface="Cambria Math"/>
              </a:rPr>
              <a:t>ALPHAALPHAALPHAALPHAALPHAALPHAALPHAALPHAALPHAALPHAALPHAALPHAALPHAALPHAALPHAALPHAALPHAALPHAALPHAALPHAALPHAALPHAALPHAAL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