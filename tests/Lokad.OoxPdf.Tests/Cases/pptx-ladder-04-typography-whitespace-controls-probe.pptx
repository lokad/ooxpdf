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whitespace-controls-prob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sz="2600">
                <a:latin typeface="Arial"/>
              </a:rPr>
              <a:t>Alpha  beta   gamma</a:t>
            </a:r>
          </a:p>
          <a:p>
            <a:pPr algn="l"/>
            <a:r>
              <a:rPr sz="2600">
                <a:latin typeface="Arial"/>
              </a:rPr>
              <a:t>Alpha beta gamma</a:t>
            </a:r>
          </a:p>
          <a:p>
            <a:pPr algn="l"/>
            <a:r>
              <a:rPr sz="2600">
                <a:latin typeface="Arial"/>
              </a:rPr>
              <a:t>SKU-123 / A+B, C.D</a:t>
            </a:r>
          </a:p>
          <a:p>
            <a:pPr algn="l">
              <a:tabLst>
                <a:tab pos="1828800"/>
              </a:tabLst>
            </a:pPr>
            <a:r>
              <a:rPr sz="2600">
                <a:latin typeface="Arial"/>
              </a:rPr>
              <a:t>Left</a:t>
            </a:r>
            <a:tab/>
            <a:r>
              <a:rPr sz="2600">
                <a:latin typeface="Arial"/>
              </a:rPr>
              <a:t>Tab</a:t>
            </a:r>
            <a:r>
              <a:rPr sz="2600">
                <a:latin typeface="Arial"/>
              </a:rPr>
              <a:t>  Spaces</a:t>
            </a:r>
          </a:p>
          <a:p>
            <a:pPr algn="l"/>
            <a:r>
              <a:rPr sz="2600">
                <a:latin typeface="Calibri"/>
              </a:rPr>
              <a:t>Dépendance élevée - coût unitaire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