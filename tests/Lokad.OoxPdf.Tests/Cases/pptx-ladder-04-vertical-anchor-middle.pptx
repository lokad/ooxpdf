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67875-5CA1-054D-60A2-B2D9608B1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DBE510-9BCB-0B41-D2D6-1E5D137FE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15D6F-D3DE-7120-F235-82251B627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F650-9AB4-44D3-8A87-B32B9BF2EA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E366D-CA54-7A79-9A1A-9C8407006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2CD02-E12A-B142-5366-04E37BBAA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D341-52FC-409C-997D-97D56E75F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11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C0E80-ED7F-E735-CBF2-E1F6138F7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77DBF-2483-EC1F-D54B-05051FD76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FFE43-72BB-8367-825D-2C99F6E60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F650-9AB4-44D3-8A87-B32B9BF2EA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17C37-CFAA-0E12-50C2-4D00A7681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1717D-389B-BDBB-F5DA-A4EAA372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D341-52FC-409C-997D-97D56E75F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90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26EB-4B26-0C08-4932-8B1724F0B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F1C66-5D58-D38D-5214-2ECCD65D8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6D2D2-EE26-3328-0662-235A5621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F650-9AB4-44D3-8A87-B32B9BF2EA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BA90B-EEBE-6B1D-8D68-752B72EC5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8680F-00A6-CE7A-8292-496C6518B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D341-52FC-409C-997D-97D56E75F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913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A4E89-78E5-64D5-7183-CEFF7DF2A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9DBEF-F97F-1CE4-983C-9A8A444CB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FE4F78-6624-7AD4-9731-C0630BB3D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00BC8-2179-1DCE-4F45-756B896B6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F650-9AB4-44D3-8A87-B32B9BF2EA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D00E8-5268-46ED-707D-AF345EE7F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07E9F-01A4-9A91-A764-F6A509193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D341-52FC-409C-997D-97D56E75F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16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FFD12-F62C-15EA-CA86-71BE87E16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46A76-90DB-459F-2E66-E55EA04C6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AC5AAD-22AB-E433-B9E3-C06F41CAE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B67BB-05D7-DC74-1DED-FE1F5D9A36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818369-3C66-E76B-1C69-27BC1726F7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CC66F6-E5D4-2E23-58BD-55F4CFCC4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F650-9AB4-44D3-8A87-B32B9BF2EA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45D23B-729D-3C5B-8435-6D37FDAC2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8FB79D-6093-8941-D387-C51272CDE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D341-52FC-409C-997D-97D56E75F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85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D8B1-FA45-76A2-4120-E264F1A3D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E5A3F6-D3A5-F24A-97CE-521A4A0F9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F650-9AB4-44D3-8A87-B32B9BF2EA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E378A-AA13-E94D-E72C-18B23F5A1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404234-E3BD-5945-91CA-20223E56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D341-52FC-409C-997D-97D56E75F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150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29D65F-0542-0AB0-DC09-80D6ABCB9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F650-9AB4-44D3-8A87-B32B9BF2EA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F6A974-0AD6-D902-63B1-C703D3CF4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BF24C-2406-2CFF-CCDF-ED9C84D9F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D341-52FC-409C-997D-97D56E75F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31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FA366-9062-0C8D-F908-EF00DDD2C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8F794-728C-7B1B-69CB-3140A90C0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B1674-15BC-AA3A-DE7F-174AD94AD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41CBCB-8CAF-AE56-0FB5-1EA1BCB71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F650-9AB4-44D3-8A87-B32B9BF2EA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AACE2-0166-DECC-7E0E-783F34855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6E148-2426-F8A9-6334-83103F28D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D341-52FC-409C-997D-97D56E75F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97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A6ECC-31F6-94A3-D5E0-B4046035A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90ABC1-C232-C612-BFB7-8C63EFBA56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18256-C9DA-EEDC-33F8-DDA8AC971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48089-EC63-6076-9CFA-780704084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F650-9AB4-44D3-8A87-B32B9BF2EA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A7A97-F2FE-630C-698A-51CF2D7EB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E9B96C-1F73-52E7-EC2B-08055AA79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D341-52FC-409C-997D-97D56E75F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8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9BD04-8193-2CFE-1945-8165A41B4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F07C1-E3D8-3F76-F00B-18F8FFC83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00A0B-8819-F300-073B-A3FE59FA0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F650-9AB4-44D3-8A87-B32B9BF2EA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B0B83-421C-4B27-026B-4A3898360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434F2-EC2B-0FB8-442C-937E11027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D341-52FC-409C-997D-97D56E75F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235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16FAC1-BE5F-B7D3-D26C-4490DB633D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9DC56F-EEA1-0712-D642-98DFC5D4B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7977A-8CC1-F010-156F-8590F38DC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F650-9AB4-44D3-8A87-B32B9BF2EA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2322C-D690-8257-CE46-BBB7D2D6C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A6DCB-94BF-69E8-305C-6CF53E7AD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D341-52FC-409C-997D-97D56E75F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06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E3B1DF-F716-19CD-F41F-3E4E7133F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E5771-4237-DEE1-EB1A-DF6F604D7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3E320-1C38-CE48-6193-4ADBC6EF66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8F650-9AB4-44D3-8A87-B32B9BF2EA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13D27-225E-271D-88DF-825AE1C253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3A98B-0628-E90E-BD43-35B20F089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6CD341-52FC-409C-997D-97D56E75F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16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7575DE-6DED-01FC-5885-FC520A08B794}"/>
              </a:ext>
            </a:extLst>
          </p:cNvPr>
          <p:cNvSpPr txBox="1"/>
          <p:nvPr/>
        </p:nvSpPr>
        <p:spPr>
          <a:xfrm>
            <a:off x="3311604" y="1219200"/>
            <a:ext cx="1107996" cy="707886"/>
          </a:xfrm>
          <a:prstGeom prst="rect">
            <a:avLst/>
          </a:prstGeom>
          <a:noFill/>
          <a:ln w="12700">
            <a:solidFill>
              <a:srgbClr val="C0C0C0"/>
            </a:solidFill>
          </a:ln>
        </p:spPr>
        <p:txBody>
          <a:bodyPr vert="vert" lIns="182880" tIns="45720" rIns="182880" bIns="45720" anchor="ctr" rtlCol="0">
            <a:spAutoFit/>
          </a:bodyPr>
          <a:lstStyle/>
          <a:p>
            <a:pPr algn="ctr"/>
            <a:r>
              <a:rPr lang="en-US" sz="2000">
                <a:solidFill>
                  <a:srgbClr val="222222"/>
                </a:solidFill>
                <a:latin typeface="Cambria Math" panose="02040503050406030204" pitchFamily="18" charset="0"/>
              </a:rPr>
              <a:t>Vertical text</a:t>
            </a:r>
          </a:p>
        </p:txBody>
      </p:sp>
    </p:spTree>
    <p:extLst>
      <p:ext uri="{BB962C8B-B14F-4D97-AF65-F5344CB8AC3E}">
        <p14:creationId xmlns:p14="http://schemas.microsoft.com/office/powerpoint/2010/main" val="3298085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2026-05-16T10:22:28Z</dcterms:created>
  <dcterms:modified xsi:type="dcterms:W3CDTF">2026-05-16T10:22:28Z</dcterms:modified>
</cp:coreProperties>
</file>