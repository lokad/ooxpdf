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614D-5C5F-B5D3-EF07-39EB79D85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8B05-909A-C701-3C35-B137CE3D8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6B8D9-892A-E0C3-2B72-D29AAC4D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F5280-BFE3-2250-BAA6-5A4E55E8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AF220-F1B7-9F37-B6C0-94171770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7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82F3-63F2-7A14-5FA7-6CA01631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75DB-7C88-0426-C3E3-B1A11F553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95202-4222-237A-711C-F13472E3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D4D39-A385-B397-89BB-FABA213E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80522-016A-CD32-7A8D-8FF6330C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24B0-E3BA-94EF-14FB-9650A9BE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5141E-4F8B-1C16-5DDD-9CE97FEA8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AD84-73FA-57A6-803E-6B0154A8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68FB-B35F-D116-B6AE-981F62DE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483C-8230-9B1F-C549-E4302FBB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8F9C-4ABC-0511-E694-62CC0B3D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3C8D-9A9F-DFCD-B3B5-AA11DEF06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0589B-9EFF-A03F-9A5F-B05CB83DA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8A17C-6695-28AF-3538-4EBCCE04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733AE-0591-613C-74A2-06144748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3EA7E-8278-0ACC-AAD5-6444970F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4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A3FC-3999-531F-2A43-EAEEC723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EE028-6F03-9FF5-5D2D-E17481F5A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4930-1417-B7B2-9466-A81D9EB4B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8BC6C-E093-DA05-FC5C-58ED2AC96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74534-6867-4CD4-F545-4CBF356D5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2C35D-125D-35F5-8413-978E9852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63B86-B5DF-7F00-7DCE-88936306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7AAB5-3389-C732-46FA-1129A736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2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F552-D669-6016-0405-A56D2A07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1D340-5DD8-C81F-BFC5-44CFDE22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28503-F212-2441-2558-A207B096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A94E4-C0D4-2EF1-2A08-867E6228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9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BD211-DC4C-FB6F-915B-E3BA45F7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19D77-0336-3676-B187-FE3CD75C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1AEC-F986-5883-BA81-57CB05B4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5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59A8-DB6C-0A13-E902-AE426012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4849-8559-518E-C611-A07F9927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3EF4B-13FD-26DF-0184-326C7B610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2C3B7-A56C-FD2D-8FEF-87DF9A98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87B03-8D50-FC61-3638-3CC269BA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27F33-866C-FF21-5DFA-14981776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65D3-C87F-1729-A341-D2BE433B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D8740-BCAC-34FA-76A9-21D03AB02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97AE5-1005-3475-C05A-08132D32A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3B86A-67E6-55AD-ADF2-B2CB06495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9F3C-4B7B-896B-E8FA-D30C8038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9F0D6-0A2E-9137-8D46-1E3628A6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2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3C0B-FAF0-72F9-BC7C-4E636090C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55AF8-EBFC-E4FE-2543-09514C985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892ED-9E60-B700-E1A4-5A800BDE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CCD66-710D-0FC6-06C3-2AAFA446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3EE6F-B91D-CB94-A334-019A381E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3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B7470-7DD6-CFE8-6615-BC3505226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FEAFE-80A6-7B06-1AD5-E224497E7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AB6F4-A32D-856D-2E13-33C3D223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153D-BDD8-22FA-9558-BE7FDD360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89415-667E-3856-AC41-BBF2C7B5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8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6AE75-92C3-B876-B713-95C14406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3F23F-E7C3-829C-FD22-938A6ECB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60BE-D92A-685D-B554-77A2E06B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B88BE-0AD5-44DA-BFDE-AFF3E985C68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EE56-6FBC-06AE-5F06-385E6BB0D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A12BF-1A03-0C75-FF35-5BFF5D235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68A7D-7364-4F54-B534-1D2586FB5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5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A9131B-4C43-A2EC-8673-FDF072D23164}"/>
              </a:ext>
            </a:extLst>
          </p:cNvPr>
          <p:cNvSpPr txBox="1"/>
          <p:nvPr/>
        </p:nvSpPr>
        <p:spPr>
          <a:xfrm>
            <a:off x="2794000" y="762000"/>
            <a:ext cx="6647974" cy="276999"/>
          </a:xfrm>
          <a:prstGeom prst="rect">
            <a:avLst/>
          </a:prstGeom>
          <a:noFill/>
        </p:spPr>
        <p:txBody>
          <a:bodyPr vert="mongolianVert" lIns="0" tIns="0" rIns="0" bIns="0" rtlCol="0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</a:rPr>
              <a:t>VERTICAL STACKED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44106-81A5-4390-735B-975DF18D79AC}"/>
              </a:ext>
            </a:extLst>
          </p:cNvPr>
          <p:cNvSpPr txBox="1"/>
          <p:nvPr/>
        </p:nvSpPr>
        <p:spPr>
          <a:xfrm>
            <a:off x="7205345" y="762000"/>
            <a:ext cx="2954655" cy="276999"/>
          </a:xfrm>
          <a:prstGeom prst="rect">
            <a:avLst/>
          </a:prstGeom>
          <a:noFill/>
        </p:spPr>
        <p:txBody>
          <a:bodyPr vert="vert" lIns="0" tIns="0" rIns="0" bIns="0" rtlCol="0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</a:rPr>
              <a:t>Vertical Text</a:t>
            </a:r>
          </a:p>
        </p:txBody>
      </p:sp>
    </p:spTree>
    <p:extLst>
      <p:ext uri="{BB962C8B-B14F-4D97-AF65-F5344CB8AC3E}">
        <p14:creationId xmlns:p14="http://schemas.microsoft.com/office/powerpoint/2010/main" val="96364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2026-05-16T12:22:29Z</dcterms:created>
  <dcterms:modified xsi:type="dcterms:W3CDTF">2026-05-16T12:22:29Z</dcterms:modified>
</cp:coreProperties>
</file>