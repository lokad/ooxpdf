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54CDF-F354-E465-ACB8-D4DA9BF3E0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E97146-2651-CC74-402A-5E3776800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AF02CC-4A1D-4D19-6004-71AD233DD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C1700D-FFE2-2FD5-C28C-FC54DC18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32EB-76CA-DC8A-5288-2F8EF99C1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343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69705-8840-9EB3-E759-E3E88695C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B4E8-422A-34E4-6197-EC2A32BDF5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92F192-944D-32B1-DC97-1C468C613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E5D558-38CA-306B-F8ED-724BC0B1E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2F82C-EFF2-564B-042F-3E47C157E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113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BE940-E349-7982-4F88-CDE5F87D4E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CFED4E-2840-BFAA-EF4A-C0ACC63FF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64B25A-3817-5292-5512-E8251959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30E94-F5BF-0511-466C-5E56F46E62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9C84C8-E274-ED82-68E9-39B060B47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8371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3F344-E443-A675-D250-6353591F2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9620E-293F-AFEF-6A26-CFA81A8CA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D0CA03-7EAF-1A4F-4818-6F7602C61F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D5B679-D7D2-FD64-4D4E-C85A9544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FDEE82-49D3-7F07-59F1-559B09712F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27A82-B100-6039-6103-A68860304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13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8E33D-7A91-B5C9-CDDE-308227F8E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B5A4E-6395-7BB9-65AC-CE9B841B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61069A-55AE-8AFE-9DAC-618473D95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5362B02-4197-32DB-5931-FBD3B6B2A7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75C09E-DAF4-4BDE-B04C-789862B416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74DF0A-3D93-5CA5-AB16-B6F646FB7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90B1BD-1C1C-BE73-44FF-BC985604B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2BE8E8-7F82-F35B-137F-028DC312F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240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EFADE-36F8-C359-F672-37B07B07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A7C08C-114D-15ED-4A9E-7F135603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28488-A63D-BE93-0E35-3B324E8128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241E65-2DE2-6690-59F2-17AE52EA5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478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145453-27C1-AF8D-755E-B18606C79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1BA052-DFA2-882C-1285-399409DBB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9CDD5F-5825-3007-C2FC-DD051FA38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168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264AA-DEB5-36F0-1426-43F75558C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74CBD5-87BA-5F28-CEF1-9A1B4D4703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7828D-98E5-F1AA-A51C-5772453A3D2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F0346-9388-F821-70F3-BB52D8C93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D7BCA-CC26-8790-A2D3-A24D25FD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6853FB-79A9-DE18-71B2-A81BA09F6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26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FCE21-E73C-E3BA-677F-7BBA06714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B26748-951D-CD1F-A899-7F61EB51F1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9DFEA3-F339-DCCE-6340-28A095E257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F7F9BB-EA69-2054-6330-74F776ADA4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7783B3-6B2D-09F2-63ED-A7C1A297F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DA51B4-CA65-EAC4-4569-7A937FE95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9534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ABDF7-B5E6-900E-E110-CBD08DD89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EB5993-5D04-BBDA-00DC-B9CBE0229F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DAD94F-41A8-9FBB-74B9-386A6A2E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7567D-3672-DD2D-6182-A199DBD6E8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FCE561-03E9-1D1C-AC13-B5958122B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7178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BBD8E0-5FE6-401E-7613-665347B111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FD9CBA-FA4B-873C-285D-1070ABB9C1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9457C-1CA1-F2F6-2F3D-86309DBA4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CD4F15-B729-2915-92DC-5CAA2362E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57431B-1340-4FA0-83DC-3C5D25DAE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42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89ED7F-EABA-25B4-2CBF-10C25B0B7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5680CE-E803-A1E5-6C1E-EB67E9D438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4E138-31B6-D7E3-17E0-F26F72453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33DA32-B75A-4A44-9A54-49EA4324B090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F64C02-B829-501C-F9F1-CC6AA49DF0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E790AC-4599-F194-0483-690272375F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F1DBF-A414-4F2F-A542-CF9A179821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62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sosceles Triangle 1">
            <a:extLst>
              <a:ext uri="{FF2B5EF4-FFF2-40B4-BE49-F238E27FC236}">
                <a16:creationId xmlns:a16="http://schemas.microsoft.com/office/drawing/2014/main" id="{972A6C9C-EDCC-2FE9-93FF-5F3043058867}"/>
              </a:ext>
            </a:extLst>
          </p:cNvPr>
          <p:cNvSpPr/>
          <p:nvPr/>
        </p:nvSpPr>
        <p:spPr>
          <a:xfrm>
            <a:off x="1981200" y="2133600"/>
            <a:ext cx="1981200" cy="1981200"/>
          </a:xfrm>
          <a:prstGeom prst="triangle">
            <a:avLst/>
          </a:prstGeom>
          <a:solidFill>
            <a:srgbClr val="2F80ED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iamond 2">
            <a:extLst>
              <a:ext uri="{FF2B5EF4-FFF2-40B4-BE49-F238E27FC236}">
                <a16:creationId xmlns:a16="http://schemas.microsoft.com/office/drawing/2014/main" id="{1F582C3C-E6F3-A8D2-1F3A-982F9F364147}"/>
              </a:ext>
            </a:extLst>
          </p:cNvPr>
          <p:cNvSpPr/>
          <p:nvPr/>
        </p:nvSpPr>
        <p:spPr>
          <a:xfrm>
            <a:off x="5181600" y="2133600"/>
            <a:ext cx="1981200" cy="1981200"/>
          </a:xfrm>
          <a:prstGeom prst="diamond">
            <a:avLst/>
          </a:prstGeom>
          <a:solidFill>
            <a:srgbClr val="27AE60"/>
          </a:solidFill>
          <a:ln w="25400">
            <a:solidFill>
              <a:srgbClr val="1E1E1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7972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2026-05-15T19:01:10Z</dcterms:created>
  <dcterms:modified xsi:type="dcterms:W3CDTF">2026-05-15T19:01:10Z</dcterms:modified>
</cp:coreProperties>
</file>