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0AA4-E599-6D8F-92A7-CA1E3464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9744-1652-7F53-4D07-ECFB93274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3A8CF-65B3-8505-9E38-0855EFE7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ED39C-91C2-ED6D-A989-7A873870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931E9-ECD3-1329-F7A7-137159C93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3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D09F-E03D-2E27-9DED-26D2AA68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4F73D-5924-56F8-2DCA-CACD3E884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5D910-120F-8CC7-DBA9-098A5FC9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25FBA-2415-D2A0-E778-3A00CA3F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CC554-9E93-BE10-EF71-F1A2A65E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8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9484-9689-1F34-59F0-A8CCC252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7D2CB-7EEA-752A-DCBC-A179EFB8D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2C6F9-E098-B6DF-CC2B-A9643451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8F80D-6D75-18E0-099B-8D6B54F8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EEF7B-F489-14B0-2D91-8BD4E94D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3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F13C-1829-CDD3-40DE-31193E15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47786-55D2-556F-BD3D-A7A3318E0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67F58-7E79-71C2-0EB7-269DCA52B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55209-28AD-F995-DA28-21D9C9000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D0AFA-D1F9-244B-FC57-3A8BFA83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2BD7D-8CA9-18FA-8BB3-24FAB3F1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7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BAB3-AA2A-FC75-AEDA-5482F1F8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6D87F-C8B0-FBAA-0553-8492A3997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14E93-AD65-FE8E-6FAC-77A63AF07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CAC82-E784-29EE-3A05-DDA68B6D3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35A6C-0187-108C-DB5F-0D138D018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09989-95CD-8D42-BE06-6D262223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0D62D-A677-6A2B-040A-099386DD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383A6D-9B8E-003D-3BB4-49BB7C62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4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184D-58EC-07E3-265B-DC29C42E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C3700-B386-C553-B82F-2D4BBE42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11B43-E3FA-5221-12B5-C8DD005F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30AA3-76D8-0053-E28B-B9B44C83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18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115A0-5489-4903-AA51-CA1C5F70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57C0C-CC29-2B41-EE07-0C2E003B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B7B75-1A53-3361-9F46-B9C466D6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9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9AB4-B4F1-8041-4234-774B9FB4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BB9E-04D6-2BD3-6025-67AFEE93B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40858-B26B-8B39-676C-B3793FC53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30C8E-816A-906D-2800-4CC954A7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948C9-AC51-046D-B496-B90200B16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99F53-E19B-FCFC-DC16-DCCBA1A4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6AA7-5545-789F-BD44-87C06AD5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6F667-E69F-7978-4538-2735243F9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943F3-57AC-2519-BDBC-0004690C1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B721D-1D16-D2BF-B14A-74FC35A0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219FD-1BDF-3E3B-7422-CCCD089C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57F64-6D13-4818-E516-5E95F50A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3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F010-A5D9-411C-5A47-E5B239EC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61133-9E00-07E3-7F9C-264A670F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D48BE-8BD5-7384-99F0-682C8193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B0915-C5B5-2993-FCE3-0A91BC05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22CB1-047D-215A-C84C-CE293407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A0379-605D-87F2-8B05-1EC70B5AB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C9B6F-87A4-1F25-D7A2-7D1CA564D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D5D7D-8276-6BC0-4D7C-EE1650CE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60969-8961-BC9E-7EC3-EAAEDFB0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E30E-F442-23CC-B5D9-8996BCC4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5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BC3C8-AD9F-FBD7-86F4-610E7CC7A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B007D-D4DC-9145-A1AA-1C935383F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DD6B-A550-D179-D637-AEFA72632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D93C0-9A93-427D-8A93-CF5A41D90DC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F2F3E-EC01-AB0E-9393-ADC07646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55978-E32C-8A8D-3C5B-AD5FE72ED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F06C7-33AA-4CF8-8279-47CCF18F3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51F8E86B-9292-36CA-FF49-097B2B0E0720}"/>
              </a:ext>
            </a:extLst>
          </p:cNvPr>
          <p:cNvSpPr/>
          <p:nvPr/>
        </p:nvSpPr>
        <p:spPr>
          <a:xfrm>
            <a:off x="1066800" y="2514600"/>
            <a:ext cx="1981200" cy="1219200"/>
          </a:xfrm>
          <a:prstGeom prst="rightArrow">
            <a:avLst/>
          </a:prstGeom>
          <a:solidFill>
            <a:srgbClr val="2F80ED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44E3A343-3D09-11A5-F47D-76D0E5990C76}"/>
              </a:ext>
            </a:extLst>
          </p:cNvPr>
          <p:cNvSpPr/>
          <p:nvPr/>
        </p:nvSpPr>
        <p:spPr>
          <a:xfrm>
            <a:off x="3581400" y="2514600"/>
            <a:ext cx="1981200" cy="1219200"/>
          </a:xfrm>
          <a:prstGeom prst="leftArrow">
            <a:avLst/>
          </a:prstGeom>
          <a:solidFill>
            <a:srgbClr val="27AE60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19FDE8F1-373D-6CE7-BA3A-867EBF81E666}"/>
              </a:ext>
            </a:extLst>
          </p:cNvPr>
          <p:cNvSpPr/>
          <p:nvPr/>
        </p:nvSpPr>
        <p:spPr>
          <a:xfrm>
            <a:off x="6400800" y="2133600"/>
            <a:ext cx="1219200" cy="1981200"/>
          </a:xfrm>
          <a:prstGeom prst="upArrow">
            <a:avLst/>
          </a:prstGeom>
          <a:solidFill>
            <a:srgbClr val="EB5757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05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2026-05-15T18:56:05Z</dcterms:created>
  <dcterms:modified xsi:type="dcterms:W3CDTF">2026-05-15T18:56:05Z</dcterms:modified>
</cp:coreProperties>
</file>