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3CAA-AD4B-EEBC-655F-0D1B9CD88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F8856-47DF-34FF-5973-F4C4CCCF7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4DAF8-1099-2C0D-BEA8-77DA1E2C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6CCB-4A35-E10C-C988-8C90D591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391DB-8904-79D2-EFED-CB3AA0BF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2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164E-03F6-C882-3E72-906DC1A8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0C89-8FB5-763E-4B2C-16A7D18DF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9FD72-4136-0F35-0D09-285D88FB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47469-1E4F-C5BC-66EE-96399419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4707E-5B60-6CEA-E0BE-838F18A2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6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405D-26C2-C2CC-6FC4-5373D463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4FA3B-D4CB-BB02-03B1-60A51C2B2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0670C-6171-EA30-D34B-D5EBA7A47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DB62B-8A54-08DB-7B78-308AB1CB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62AB-4237-BD85-5824-69A53672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7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765C-BCA5-809D-C59F-AE9F72D6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1F11F-36FE-303E-4902-FB55BD574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FDD62-3199-5D4A-C914-F04EA80CF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CD89-E5B2-F242-F5F2-BAAA5370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4E001-42AC-647C-D5AE-76DC3DED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B71C7-7065-7A10-E4AF-65A7EA4D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0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AD20-E45F-CAC4-E196-6C8F0A968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BC4C1-2B30-7A78-3B79-0E5D08893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AAA18-850D-FCBB-1205-BED598C79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38D4B-8499-C342-6871-EBB3CDFB3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F52E2-EBE5-5CAE-A32A-8CCD43A87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915D9-2A96-B058-9CE4-AAFC1C64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19564-7F81-9A3A-F160-9940152E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F224B-E62B-F2AD-01E2-67997104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9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CD47-C155-C8DB-9740-A1B22FFF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51DDA-BD96-D569-D94F-D3484E2D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107F6-4FED-7AC2-E798-25FBC1E8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89597-A5BC-2C68-DEF9-64347EE9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8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30E67-0C34-BB0E-149C-7B585737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88E34-AA7A-4593-1DA4-6ED38065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AAB61-FD60-062A-0995-E6AA8D45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4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8B00-C0C2-1ECB-7295-21EB936A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AF31-08B5-D4B1-54DA-0D716BAA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18ECD-EB50-E4FD-F570-46F253E29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CA257-E2DA-F699-1BE7-6BA16835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B627C-EEF9-5A4D-AD30-ECCEAF64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5AB7C-9438-1BC8-5290-084F4C1D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4749-3BDE-A7AA-A45A-F04FBC5D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DAF4B-B53C-7026-562E-A9C5F30D9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D5D01-334E-FFF8-FD17-4914D5866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102E0-79E6-40EE-9AE3-DE985DB3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54922-C4A0-6CE9-0D5F-E6B58D51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8BEDC-53DF-BDD1-5487-3F207A27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5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5532-0392-93B1-E55A-622F8790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54A7E-3BCE-ACD4-9AB0-692E24009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5765A-621D-86A2-71CF-686856A6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1AAA-C74F-475C-0FCC-ADAF9DC7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799F-B8BE-4378-5F60-658772D5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82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5B3F4-33AC-909E-5C73-9521D2501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7721C-2CDE-6EE3-6B22-6DDE42988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7A51C-3758-524C-B1BA-BA481D8A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6D98F-2197-AD7D-115D-6DB9041C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C3ACB-95C6-4B14-4CFF-E6642F1B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8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4D65B-7965-8122-5A7D-6E8DBE1C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96E64-9DBD-6341-7DD7-FCBAE5658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37DB5-1012-5651-7471-24B1CC09F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88B4F-3E50-4D16-AE69-7AD02D3E639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D41D9-1466-E227-DD1F-A47D9FFF8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E4E6B-18E2-9198-87D7-9D52FE0C7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5C93B-1A39-4B81-B5CF-EDC096067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65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EAB52A-761C-E034-9079-992777932BAC}"/>
              </a:ext>
            </a:extLst>
          </p:cNvPr>
          <p:cNvSpPr txBox="1"/>
          <p:nvPr/>
        </p:nvSpPr>
        <p:spPr>
          <a:xfrm>
            <a:off x="457200" y="228600"/>
            <a:ext cx="825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404040"/>
                </a:solidFill>
                <a:latin typeface="Arial" panose="020B0604020202020204" pitchFamily="34" charset="0"/>
              </a:rPr>
              <a:t>Curved connector transform probe</a:t>
            </a: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CCC32876-4081-FAE5-3184-BB36445CCE5A}"/>
              </a:ext>
            </a:extLst>
          </p:cNvPr>
          <p:cNvCxnSpPr/>
          <p:nvPr/>
        </p:nvCxnSpPr>
        <p:spPr>
          <a:xfrm>
            <a:off x="1143000" y="1143000"/>
            <a:ext cx="2032000" cy="1143000"/>
          </a:xfrm>
          <a:prstGeom prst="curvedConnector3">
            <a:avLst/>
          </a:prstGeom>
          <a:ln w="25400">
            <a:solidFill>
              <a:srgbClr val="606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D67E8E9F-1E1A-5436-07A3-EC7C65B89E95}"/>
              </a:ext>
            </a:extLst>
          </p:cNvPr>
          <p:cNvCxnSpPr>
            <a:cxnSpLocks/>
          </p:cNvCxnSpPr>
          <p:nvPr/>
        </p:nvCxnSpPr>
        <p:spPr>
          <a:xfrm rot="5400000">
            <a:off x="4826000" y="1143000"/>
            <a:ext cx="2032000" cy="1143000"/>
          </a:xfrm>
          <a:prstGeom prst="curvedConnector3">
            <a:avLst/>
          </a:prstGeom>
          <a:ln w="25400">
            <a:solidFill>
              <a:srgbClr val="606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866381AA-ECCA-13AA-EFC7-B6331AD55BB0}"/>
              </a:ext>
            </a:extLst>
          </p:cNvPr>
          <p:cNvCxnSpPr>
            <a:cxnSpLocks/>
          </p:cNvCxnSpPr>
          <p:nvPr/>
        </p:nvCxnSpPr>
        <p:spPr>
          <a:xfrm rot="5400000" flipH="1">
            <a:off x="1143000" y="3873500"/>
            <a:ext cx="2032000" cy="1143000"/>
          </a:xfrm>
          <a:prstGeom prst="curvedConnector3">
            <a:avLst/>
          </a:prstGeom>
          <a:ln w="25400">
            <a:solidFill>
              <a:srgbClr val="606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C508C200-27C9-BC2B-E7A1-E6B1CB555421}"/>
              </a:ext>
            </a:extLst>
          </p:cNvPr>
          <p:cNvCxnSpPr>
            <a:cxnSpLocks/>
          </p:cNvCxnSpPr>
          <p:nvPr/>
        </p:nvCxnSpPr>
        <p:spPr>
          <a:xfrm rot="10800000">
            <a:off x="4826000" y="3873500"/>
            <a:ext cx="2032000" cy="1143000"/>
          </a:xfrm>
          <a:prstGeom prst="curvedConnector3">
            <a:avLst/>
          </a:prstGeom>
          <a:ln w="25400">
            <a:solidFill>
              <a:srgbClr val="606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57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2026-05-23T22:21:16Z</dcterms:created>
  <dcterms:modified xsi:type="dcterms:W3CDTF">2026-05-23T22:21:16Z</dcterms:modified>
</cp:coreProperties>
</file>