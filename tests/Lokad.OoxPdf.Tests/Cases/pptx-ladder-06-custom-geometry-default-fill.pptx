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7EC0-FDBA-443F-1346-2CE6BE27C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74061-3A5F-A4AC-A905-16C5FF2C1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B335-D30C-7767-DD10-B573282E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1DE9-D7AE-C420-ED5D-6E0C2A05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29CC-5622-34B7-D14D-7B40482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1D9-1261-99E3-4189-B548A468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37AB-B8E3-5175-13E5-844004B1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9A97-F0E6-3BBC-C91D-5B812FA3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7843-4B6D-8C8B-7645-E23D9F53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21554-D7D1-26AC-7B81-DD9862F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8193-5A72-9D87-CD2E-AED2042B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FB8B6-CB81-36DE-F72D-F107BBAD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4EE9-265E-8C23-F40E-0E34EAD2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2E4D-4D1E-85A9-0BD8-A314ADEE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11CFD-ADF5-B3CE-98A9-4522DB67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8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3308-A700-2C1A-E57A-2B093AD3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B108-1F7E-3BDB-37B6-B3A6A4347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F5244-F48F-50EA-D15A-0DFD77AB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D4D1-EA15-EBDC-47D4-9515500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8623-1F8E-2351-5BDC-70B64115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8AD9D-C475-BEEB-7108-C34FC887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163E-38DE-FC6F-C70B-B2E30136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9079-23D7-D297-8E09-6B33580D1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EF3E9-F592-F595-EB08-331648306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43E8C-2D71-E5F0-3E83-E45F6AF6D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28F60-0661-C986-2F9B-C537AFA4A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16169-DD3A-3778-B5EA-F6CFD9E9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429D7-EC20-3E54-D50A-A2E1FF57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424CD-B646-5F5D-EDF6-2E7B5D1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4234-FF8B-68F6-39BC-A9EF4289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8F4AB-2A29-11AF-20FD-96D33C74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661B2-A12F-B2DB-C494-897FABC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B3FBF-AAA6-7245-3084-1CD1D2E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09354-32A9-953B-6F91-1B99885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59562-B446-23CF-719E-9CF406B7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1F96-15BD-5F27-7BA3-FDA086E3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7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840-2888-6103-2195-FBA2B86B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C594-6EB2-28D1-9D6C-3247E8D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E3BA5-B72C-7DA2-6CE8-416FCB4A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F9CDF-51D9-1C57-0CD5-56F14BAB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14D89-0EDC-852D-53D2-BEF40236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DA7D-F537-6472-413E-00FB9E3D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F7D7-7292-CA49-1356-CA80499B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72ECD-2354-18AE-00DB-C9C05D26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D8365-2332-E511-84B8-AF13472A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EA2-A3B0-BD8B-7B52-4BD4AED9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4B53C-A612-3378-86C4-51B4DB8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6A8A0-C7F1-7887-6E3D-935A765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7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83D2-9603-6394-26AE-895BC881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6AF2A-782B-1229-30ED-A0F71F60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6B0A7-4BA2-9498-6497-5E50D7F4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D722-0836-2F75-4BE9-E4499EBF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9EC4-029D-BF90-B9D2-BFD2981D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13326-CBD8-A253-669A-2050AEDB7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53656-32C0-D82A-E43F-F623D5BEB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A5E0-4038-E4FC-4E0B-E43E066C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B1A3-F345-B7D7-8A81-E45B4D48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902F-47FE-013D-8952-0B55268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C8BF7-3BC8-A978-ADDC-87FC805B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CA12-64F7-2711-33E9-B546FAA0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8E3C-6E7B-5B45-27AF-ABAA1F92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B177-EBFA-B419-A136-CDBB0DA98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1224-99A1-176C-6690-4FAE34E5D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4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plicit Fill Custom Geometry"/>
          <p:cNvSpPr/>
          <p:nvPr/>
        </p:nvSpPr>
        <p:spPr bwMode="auto">
          <a:xfrm>
            <a:off x="900000" y="1200000"/>
            <a:ext cx="1800000" cy="1400000"/>
          </a:xfrm>
          <a:custGeom>
            <a:avLst/>
            <a:pathLst>
              <a:path w="100" h="100">
                <a:moveTo>
                  <a:pt x="0" y="35"/>
                </a:moveTo>
                <a:lnTo>
                  <a:pt x="45" y="0"/>
                </a:lnTo>
                <a:lnTo>
                  <a:pt x="100" y="25"/>
                </a:lnTo>
                <a:lnTo>
                  <a:pt x="80" y="100"/>
                </a:lnTo>
                <a:lnTo>
                  <a:pt x="20" y="85"/>
                </a:lnTo>
                <a:close/>
              </a:path>
            </a:pathLst>
          </a:custGeom>
          <a:ln w="3175">
            <a:solidFill>
              <a:schemeClr val="bg1"/>
            </a:solidFill>
          </a:ln>
        </p:spPr>
      </p:sp>
      <p:sp>
        <p:nvSpPr>
          <p:cNvPr id="3" name="Explicit No Fill Custom Geometry"/>
          <p:cNvSpPr/>
          <p:nvPr/>
        </p:nvSpPr>
        <p:spPr bwMode="auto">
          <a:xfrm>
            <a:off x="3400000" y="1200000"/>
            <a:ext cx="1800000" cy="1400000"/>
          </a:xfrm>
          <a:custGeom>
            <a:avLst/>
            <a:pathLst>
              <a:path w="100" h="100">
                <a:moveTo>
                  <a:pt x="0" y="35"/>
                </a:moveTo>
                <a:lnTo>
                  <a:pt x="45" y="0"/>
                </a:lnTo>
                <a:lnTo>
                  <a:pt x="100" y="25"/>
                </a:lnTo>
                <a:lnTo>
                  <a:pt x="80" y="100"/>
                </a:lnTo>
                <a:lnTo>
                  <a:pt x="20" y="85"/>
                </a:lnTo>
                <a:close/>
              </a:path>
            </a:pathLst>
          </a:custGeom>
          <a:noFill/>
          <a:ln w="3175">
            <a:solidFill>
              <a:schemeClr val="bg1"/>
            </a:solidFill>
          </a:ln>
        </p:spPr>
      </p:sp>
      <p:sp>
        <p:nvSpPr>
          <p:cNvPr id="4" name="Explicit Solid Fill Custom Geometry"/>
          <p:cNvSpPr/>
          <p:nvPr/>
        </p:nvSpPr>
        <p:spPr bwMode="auto">
          <a:xfrm>
            <a:off x="5900000" y="1200000"/>
            <a:ext cx="1800000" cy="1400000"/>
          </a:xfrm>
          <a:custGeom>
            <a:avLst/>
            <a:pathLst>
              <a:path w="100" h="100">
                <a:moveTo>
                  <a:pt x="0" y="35"/>
                </a:moveTo>
                <a:lnTo>
                  <a:pt x="45" y="0"/>
                </a:lnTo>
                <a:lnTo>
                  <a:pt x="100" y="25"/>
                </a:lnTo>
                <a:lnTo>
                  <a:pt x="80" y="100"/>
                </a:lnTo>
                <a:lnTo>
                  <a:pt x="20" y="85"/>
                </a:lnTo>
                <a:close/>
              </a:path>
            </a:pathLst>
          </a:custGeom>
          <a:solidFill>
            <a:srgbClr val="808080"/>
          </a:solidFill>
          <a:ln w="3175">
            <a:solidFill>
              <a:schemeClr val="bg1"/>
            </a:solidFill>
          </a:ln>
        </p:spPr>
      </p:sp>
      <p:grpSp>
        <p:nvGrpSpPr>
          <p:cNvPr id="5" name="Inherited Fill Group"/>
          <p:cNvGrpSpPr/>
          <p:nvPr/>
        </p:nvGrpSpPr>
        <p:grpSpPr bwMode="auto">
          <a:xfrm>
            <a:off x="900000" y="3600000"/>
            <a:ext cx="4300000" cy="1500000"/>
            <a:chOff x="900000" y="3600000"/>
            <a:chExt cx="4300000" cy="1500000"/>
          </a:xfrm>
          <a:solidFill>
            <a:schemeClr val="bg1">
              <a:lumMod val="85000"/>
            </a:schemeClr>
          </a:solidFill>
        </p:grpSpPr>
        <p:sp>
          <p:nvSpPr>
            <p:cNvPr id="6" name="Group Inherited Fill Custom Geometry"/>
            <p:cNvSpPr/>
            <p:nvPr/>
          </p:nvSpPr>
          <p:spPr bwMode="auto">
            <a:xfrm>
              <a:off x="900000" y="3600000"/>
              <a:ext cx="1800000" cy="1200000"/>
            </a:xfrm>
            <a:custGeom>
              <a:avLst/>
              <a:pathLst>
                <a:path w="100" h="100">
                  <a:moveTo>
                    <a:pt x="0" y="35"/>
                  </a:moveTo>
                  <a:lnTo>
                    <a:pt x="45" y="0"/>
                  </a:lnTo>
                  <a:lnTo>
                    <a:pt x="100" y="25"/>
                  </a:lnTo>
                  <a:lnTo>
                    <a:pt x="80" y="100"/>
                  </a:lnTo>
                  <a:lnTo>
                    <a:pt x="20" y="85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</p:sp>
        <p:sp>
          <p:nvSpPr>
            <p:cNvPr id="7" name="Group Inherited Fill Explicit No Fill"/>
            <p:cNvSpPr/>
            <p:nvPr/>
          </p:nvSpPr>
          <p:spPr bwMode="auto">
            <a:xfrm>
              <a:off x="3400000" y="3600000"/>
              <a:ext cx="1800000" cy="1200000"/>
            </a:xfrm>
            <a:custGeom>
              <a:avLst/>
              <a:pathLst>
                <a:path w="100" h="100">
                  <a:moveTo>
                    <a:pt x="0" y="35"/>
                  </a:moveTo>
                  <a:lnTo>
                    <a:pt x="45" y="0"/>
                  </a:lnTo>
                  <a:lnTo>
                    <a:pt x="100" y="25"/>
                  </a:lnTo>
                  <a:lnTo>
                    <a:pt x="80" y="100"/>
                  </a:lnTo>
                  <a:lnTo>
                    <a:pt x="20" y="85"/>
                  </a:ln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</p:spPr>
        </p:sp>
      </p:grp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2026-05-16T12:25:59Z</dcterms:created>
  <dcterms:modified xsi:type="dcterms:W3CDTF">2026-05-16T12:25:59Z</dcterms:modified>
</cp:coreProperties>
</file>