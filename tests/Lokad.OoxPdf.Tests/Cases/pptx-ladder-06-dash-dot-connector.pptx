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sh Dot Connector"/>
          <p:cNvSpPr/>
          <p:nvPr/>
        </p:nvSpPr>
        <p:spPr>
          <a:xfrm>
            <a:off x="1828800" y="3429000"/>
            <a:ext cx="5486400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