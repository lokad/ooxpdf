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FAFBC-2137-8589-0762-93B077BDBC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CAAE91-B96E-7FFA-C180-AD1621916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813F3-9A67-7570-41E8-218B4194C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05B8-29CC-4911-8C43-867AE9FE414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355EB-8B46-515C-BCF6-95538A8B0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3CFFF-0764-09E2-479B-2BE5102FE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A56C1-B029-4FCD-92B0-BF8DE8286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111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70D72-8592-827B-859B-50BCA1C41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B3B66-14CB-F944-1CD7-4D55A928D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2709C-D2B3-24CA-8ECE-D61CB9050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05B8-29CC-4911-8C43-867AE9FE414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2B645-0134-7DCA-3724-CBD84A9BC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B012B-07B8-70BF-AF8F-4BEC6908D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A56C1-B029-4FCD-92B0-BF8DE8286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088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2D4C1-B0E4-3662-3B23-58DBBE94C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6993B-1AC4-AFAB-D565-97AC21D53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65D31-93A2-5F45-0351-C00F1D93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05B8-29CC-4911-8C43-867AE9FE414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73E53-9E93-35AB-FA99-AC7B767B0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C87A9-6CA6-DB9A-67C4-E8268EB3A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A56C1-B029-4FCD-92B0-BF8DE8286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359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94125-25AF-C786-75A2-B3E0960E6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76F62-228F-6BF9-5D03-D8E5E74EB5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F09499-46EE-F1F0-3D1A-B087459BA5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25896F-A136-A76F-D40D-B9905307C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05B8-29CC-4911-8C43-867AE9FE414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03E5EF-F876-52F7-D415-F90DD8C07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2B80F5-E393-A57A-016D-18FA82102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A56C1-B029-4FCD-92B0-BF8DE8286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438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54DF7-C362-75A3-9A81-F7EC3C1C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D0A6F-C902-50AF-0DE8-E6B97DEE1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28F858-6A9E-3B98-2F45-C808C7A189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C8566D-6793-8AFF-B3F2-9C7D638668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24F633-6448-0898-14E6-5A902F7E59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6AFA2F-CE8B-69FD-B87E-6ABE6CD91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05B8-29CC-4911-8C43-867AE9FE414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187131-6D30-7740-8A81-9A31E3E1A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44A63F-ABE0-E032-AAE2-033DEE64A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A56C1-B029-4FCD-92B0-BF8DE8286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45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AE162-BB58-24DC-40D3-44AE7C31D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9004E9-311A-48B1-7301-B9ABE80F7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05B8-29CC-4911-8C43-867AE9FE414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6D8BED-97EB-2633-8E2A-DE5400B8C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58F974-94B4-EB96-CE82-A7F066C89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A56C1-B029-4FCD-92B0-BF8DE8286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457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2B2A57-BF89-3380-D53B-EB1E56A32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05B8-29CC-4911-8C43-867AE9FE414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7B41BE-F4FF-9026-1F0A-CC03F5B31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2CD5E-E866-2E07-8D66-9A603A18B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A56C1-B029-4FCD-92B0-BF8DE8286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11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3A710-4933-EE81-498F-463F3EC00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F07E6-EF5D-7D2D-9ED4-151AA9346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995BAD-A366-0245-354D-7B5BF05A5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D99A1-C835-EAC3-C05B-A66CD5169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05B8-29CC-4911-8C43-867AE9FE414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0A5CF7-7D06-14C2-8965-658CC44A0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4B9DDC-EA7E-57D8-DD25-DAB9CC3E2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A56C1-B029-4FCD-92B0-BF8DE8286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05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7E4D3-19A4-52BF-2C55-43A451BFF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92CD14-38FD-5303-1F49-D300974C26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21AF7D-168C-5801-4185-88FEF63856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D1472F-9775-55FB-3B8F-456D9A734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05B8-29CC-4911-8C43-867AE9FE414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2159A-03D3-8F90-846A-02CE1D595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3EBECB-C035-92A5-F1EA-3A5D4C621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A56C1-B029-4FCD-92B0-BF8DE8286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105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81DF4-7461-C1FF-134D-06E8AE3DF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6E4636-BBFF-E6FD-60D3-CE207DFACD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669BD-C29B-2C26-1E49-BFBC691E1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05B8-29CC-4911-8C43-867AE9FE414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72233-2B09-C4E2-8D1B-912A40516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2DA6E-C720-50A3-658A-B9481C788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A56C1-B029-4FCD-92B0-BF8DE8286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78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572261-5EF4-BA68-A10D-D65204A4E9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824B4D-02BE-F847-EBA2-83287CB0EE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5BEB3-88A2-CF82-CBC0-E6419E81E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05B8-29CC-4911-8C43-867AE9FE414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1D38E-011E-FCA1-EAB0-3BD50BE27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11188-901E-BA4D-2506-0EC74521E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A56C1-B029-4FCD-92B0-BF8DE8286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113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9A49DF-5CAA-5843-2758-3B56AAF19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3C4F5-F7E2-B155-38E7-9BBF7A53D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A8E09-973D-A7F9-89A6-102E3300BB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2C05B8-29CC-4911-8C43-867AE9FE414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95501-38D2-E105-66A1-358D11389A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8D33A-6AF3-65B4-BF9F-09704FC2CB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A56C1-B029-4FCD-92B0-BF8DE8286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247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Left-Right 1">
            <a:extLst>
              <a:ext uri="{FF2B5EF4-FFF2-40B4-BE49-F238E27FC236}">
                <a16:creationId xmlns:a16="http://schemas.microsoft.com/office/drawing/2014/main" id="{C9A87999-2E5E-702D-0E57-ACAC1B8073A3}"/>
              </a:ext>
            </a:extLst>
          </p:cNvPr>
          <p:cNvSpPr/>
          <p:nvPr/>
        </p:nvSpPr>
        <p:spPr>
          <a:xfrm>
            <a:off x="1828800" y="2286000"/>
            <a:ext cx="2743200" cy="1371600"/>
          </a:xfrm>
          <a:prstGeom prst="leftRightArrow">
            <a:avLst/>
          </a:prstGeom>
          <a:solidFill>
            <a:srgbClr val="4488EB"/>
          </a:solidFill>
          <a:ln w="25400">
            <a:solidFill>
              <a:srgbClr val="2727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Up-Down 2">
            <a:extLst>
              <a:ext uri="{FF2B5EF4-FFF2-40B4-BE49-F238E27FC236}">
                <a16:creationId xmlns:a16="http://schemas.microsoft.com/office/drawing/2014/main" id="{A5498B43-1137-33B1-489C-EE75A81827FA}"/>
              </a:ext>
            </a:extLst>
          </p:cNvPr>
          <p:cNvSpPr/>
          <p:nvPr/>
        </p:nvSpPr>
        <p:spPr>
          <a:xfrm>
            <a:off x="5943600" y="1600200"/>
            <a:ext cx="1371600" cy="2743200"/>
          </a:xfrm>
          <a:prstGeom prst="upDownArrow">
            <a:avLst/>
          </a:prstGeom>
          <a:solidFill>
            <a:srgbClr val="FFCC99"/>
          </a:solidFill>
          <a:ln w="25400">
            <a:solidFill>
              <a:srgbClr val="2727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685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2026-05-15T19:12:55Z</dcterms:created>
  <dcterms:modified xsi:type="dcterms:W3CDTF">2026-05-15T19:12:55Z</dcterms:modified>
</cp:coreProperties>
</file>