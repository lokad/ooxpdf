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7EC0-FDBA-443F-1346-2CE6BE27C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74061-3A5F-A4AC-A905-16C5FF2C1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0B335-D30C-7767-DD10-B573282E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A1DE9-D7AE-C420-ED5D-6E0C2A05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729CC-5622-34B7-D14D-7B40482CD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3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B1D9-1261-99E3-4189-B548A468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37AB-B8E3-5175-13E5-844004B1E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39A97-F0E6-3BBC-C91D-5B812FA3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77843-4B6D-8C8B-7645-E23D9F53F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21554-D7D1-26AC-7B81-DD9862FA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4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8193-5A72-9D87-CD2E-AED2042BC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FB8B6-CB81-36DE-F72D-F107BBAD7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14EE9-265E-8C23-F40E-0E34EAD2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72E4D-4D1E-85A9-0BD8-A314ADEE7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11CFD-ADF5-B3CE-98A9-4522DB67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8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23308-A700-2C1A-E57A-2B093AD37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B108-1F7E-3BDB-37B6-B3A6A4347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F5244-F48F-50EA-D15A-0DFD77AB9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2D4D1-EA15-EBDC-47D4-95155002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B8623-1F8E-2351-5BDC-70B64115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8AD9D-C475-BEEB-7108-C34FC887D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8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5163E-38DE-FC6F-C70B-B2E30136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99079-23D7-D297-8E09-6B33580D1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EF3E9-F592-F595-EB08-331648306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43E8C-2D71-E5F0-3E83-E45F6AF6D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28F60-0661-C986-2F9B-C537AFA4A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16169-DD3A-3778-B5EA-F6CFD9E9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5429D7-EC20-3E54-D50A-A2E1FF57E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424CD-B646-5F5D-EDF6-2E7B5D15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4234-FF8B-68F6-39BC-A9EF4289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88F4AB-2A29-11AF-20FD-96D33C748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661B2-A12F-B2DB-C494-897FABCE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B3FBF-AAA6-7245-3084-1CD1D2E4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8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309354-32A9-953B-6F91-1B99885E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59562-B446-23CF-719E-9CF406B7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81F96-15BD-5F27-7BA3-FDA086E3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7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4840-2888-6103-2195-FBA2B86BD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0C594-6EB2-28D1-9D6C-3247E8DD7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E3BA5-B72C-7DA2-6CE8-416FCB4A5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F9CDF-51D9-1C57-0CD5-56F14BABD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14D89-0EDC-852D-53D2-BEF40236C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6DA7D-F537-6472-413E-00FB9E3D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2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F7D7-7292-CA49-1356-CA80499B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72ECD-2354-18AE-00DB-C9C05D268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D8365-2332-E511-84B8-AF13472A7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5EA2-A3B0-BD8B-7B52-4BD4AED9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4B53C-A612-3378-86C4-51B4DB860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6A8A0-C7F1-7887-6E3D-935A765F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7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983D2-9603-6394-26AE-895BC881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6AF2A-782B-1229-30ED-A0F71F604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6B0A7-4BA2-9498-6497-5E50D7F4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7D722-0836-2F75-4BE9-E4499EBF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E9EC4-029D-BF90-B9D2-BFD2981D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0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13326-CBD8-A253-669A-2050AEDB7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53656-32C0-D82A-E43F-F623D5BEB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A5E0-4038-E4FC-4E0B-E43E066C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AB1A3-F345-B7D7-8A81-E45B4D48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D902F-47FE-013D-8952-0B552683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FC8BF7-3BC8-A978-ADDC-87FC805B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8CA12-64F7-2711-33E9-B546FAA0F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F8E3C-6E7B-5B45-27AF-ABAA1F925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9338F-F8DA-45D2-8810-51EDF65DEB0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BB177-EBFA-B419-A136-CDBB0DA98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21224-99A1-176C-6690-4FAE34E5D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BBFEA-792E-4B23-8EB0-9B5152A37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4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plicit Arc 1"/>
          <p:cNvSpPr/>
          <p:nvPr/>
        </p:nvSpPr>
        <p:spPr>
          <a:xfrm flipV="1">
            <a:off x="720000" y="720000"/>
            <a:ext cx="1433572" cy="1190088"/>
          </a:xfrm>
          <a:prstGeom prst="arc">
            <a:avLst>
              <a:gd name="adj1" fmla="val 16200000"/>
              <a:gd name="adj2" fmla="val 19695970"/>
            </a:avLst>
          </a:prstGeom>
          <a:noFill/>
          <a:ln>
            <a:solidFill>
              <a:srgbClr val="2F5597"/>
            </a:solidFill>
            <a:tailEnd type="stealth"/>
          </a:ln>
        </p:spPr>
      </p:sp>
      <p:sp>
        <p:nvSpPr>
          <p:cNvPr id="3" name="Explicit Arc 2"/>
          <p:cNvSpPr/>
          <p:nvPr/>
        </p:nvSpPr>
        <p:spPr>
          <a:xfrm flipV="1">
            <a:off x="2574000" y="720000"/>
            <a:ext cx="1854923" cy="1661001"/>
          </a:xfrm>
          <a:prstGeom prst="arc">
            <a:avLst>
              <a:gd name="adj1" fmla="val 16200000"/>
              <a:gd name="adj2" fmla="val 20800487"/>
            </a:avLst>
          </a:prstGeom>
          <a:noFill/>
          <a:ln>
            <a:solidFill>
              <a:srgbClr val="548235"/>
            </a:solidFill>
            <a:tailEnd type="stealth"/>
          </a:ln>
        </p:spPr>
      </p:sp>
      <p:sp>
        <p:nvSpPr>
          <p:cNvPr id="4" name="Explicit Arc 3"/>
          <p:cNvSpPr/>
          <p:nvPr/>
        </p:nvSpPr>
        <p:spPr>
          <a:xfrm rot="10800000" flipV="1">
            <a:off x="5100000" y="720000"/>
            <a:ext cx="1989782" cy="1590214"/>
          </a:xfrm>
          <a:prstGeom prst="arc">
            <a:avLst>
              <a:gd name="adj1" fmla="val 16862351"/>
              <a:gd name="adj2" fmla="val 20776681"/>
            </a:avLst>
          </a:prstGeom>
          <a:noFill/>
          <a:ln>
            <a:solidFill>
              <a:srgbClr val="C00000"/>
            </a:solidFill>
            <a:tailEnd type="stealth"/>
          </a:ln>
        </p:spPr>
      </p:sp>
      <p:sp>
        <p:nvSpPr>
          <p:cNvPr id="5" name="Explicit Arc 4"/>
          <p:cNvSpPr/>
          <p:nvPr/>
        </p:nvSpPr>
        <p:spPr>
          <a:xfrm flipV="1">
            <a:off x="720000" y="3030000"/>
            <a:ext cx="2526451" cy="1532299"/>
          </a:xfrm>
          <a:prstGeom prst="arc">
            <a:avLst>
              <a:gd name="adj1" fmla="val 16579230"/>
              <a:gd name="adj2" fmla="val 18561823"/>
            </a:avLst>
          </a:prstGeom>
          <a:noFill/>
          <a:ln>
            <a:solidFill>
              <a:srgbClr val="7030A0"/>
            </a:solidFill>
            <a:tailEnd type="stealth"/>
          </a:ln>
        </p:spPr>
      </p:sp>
      <p:sp>
        <p:nvSpPr>
          <p:cNvPr id="6" name="Explicit Arc 5"/>
          <p:cNvSpPr/>
          <p:nvPr/>
        </p:nvSpPr>
        <p:spPr>
          <a:xfrm>
            <a:off x="4200000" y="3150000"/>
            <a:ext cx="1830187" cy="1190088"/>
          </a:xfrm>
          <a:prstGeom prst="arc">
            <a:avLst>
              <a:gd name="adj1" fmla="val 16200000"/>
              <a:gd name="adj2" fmla="val 19336501"/>
            </a:avLst>
          </a:prstGeom>
          <a:noFill/>
          <a:ln>
            <a:solidFill>
              <a:srgbClr val="BF9000"/>
            </a:solidFill>
            <a:tailEnd type="stealth"/>
          </a:ln>
        </p:spPr>
      </p:sp>
      <p:sp>
        <p:nvSpPr>
          <p:cNvPr id="7" name="Explicit Arc 6"/>
          <p:cNvSpPr/>
          <p:nvPr/>
        </p:nvSpPr>
        <p:spPr>
          <a:xfrm flipV="1">
            <a:off x="6500000" y="3300000"/>
            <a:ext cx="312814" cy="312135"/>
          </a:xfrm>
          <a:prstGeom prst="arc">
            <a:avLst>
              <a:gd name="adj1" fmla="val 16546552"/>
              <a:gd name="adj2" fmla="val 5274365"/>
            </a:avLst>
          </a:prstGeom>
          <a:noFill/>
          <a:ln w="15875">
            <a:solidFill>
              <a:srgbClr val="000000"/>
            </a:solidFill>
            <a:tailEnd type="stealth"/>
          </a:ln>
        </p:spPr>
      </p:sp>
      <p:sp>
        <p:nvSpPr>
          <p:cNvPr id="8" name="Explicit Arc 7"/>
          <p:cNvSpPr/>
          <p:nvPr/>
        </p:nvSpPr>
        <p:spPr>
          <a:xfrm rot="10800000" flipV="1">
            <a:off x="7100000" y="3300000"/>
            <a:ext cx="312814" cy="312135"/>
          </a:xfrm>
          <a:prstGeom prst="arc">
            <a:avLst>
              <a:gd name="adj1" fmla="val 16546552"/>
              <a:gd name="adj2" fmla="val 5189620"/>
            </a:avLst>
          </a:prstGeom>
          <a:noFill/>
          <a:ln w="15875">
            <a:solidFill>
              <a:srgbClr val="000000"/>
            </a:solidFill>
            <a:tailEnd type="stealth"/>
          </a:ln>
        </p:spPr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2026-05-16T12:25:59Z</dcterms:created>
  <dcterms:modified xsi:type="dcterms:W3CDTF">2026-05-16T12:25:59Z</dcterms:modified>
</cp:coreProperties>
</file>