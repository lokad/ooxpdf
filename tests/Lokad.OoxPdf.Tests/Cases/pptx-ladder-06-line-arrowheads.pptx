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4045-D69D-5867-574D-3918DE739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0BFF4-E343-9F68-857D-8E721D123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A909F-A604-37CA-031B-7659C708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7CB57-BDD3-A0E6-50C8-9BB507FE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0A6C7-F075-1004-AAC4-30F1C774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93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E64-2CCF-C0D9-EAE8-0B22486D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F5CC-6FD2-658D-C322-F503F0D8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5EC19-596B-79D6-EC8A-9DE92B30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608FE-96F6-A671-8468-7D5CDAE4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2A2F-0FA5-DE24-8CAC-7EE69F79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0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D40D-230C-E956-149F-6567685E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60947-F96D-7C7D-191F-ABAA98E50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FCB14-B3BD-3AF4-31DB-5B2EA0E0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0D4B2-D9AC-9CE7-4C7D-520424BD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05B4-3710-05FB-8F17-51ECAE99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6C1D-276A-3783-E748-885A0DC6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40EFA-B5A4-E427-BCFA-7CD43B47C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8BE69-44FE-64AF-5E2D-42B383E1C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0BC49-25A2-D1AB-9C6A-B4ACFA3B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8B89-31D1-4BAF-ED6C-12BA79C9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2EB2B-2C06-3954-6473-7DF28F05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8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C49F-3B15-8933-668A-E4AA70D3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545E2-78B1-1729-C6ED-649672CE4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027F0-B079-DFA8-0A27-82C05BF83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7690B-4459-9122-6E68-E9E3749D6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5C2201-82A2-9F1F-BCE5-99666D3D8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E6EAB-871C-7875-1816-165515F2A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84B9A-EB4C-D33C-BC60-1A0712510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F6E0A-4618-0CEB-90C9-A224E873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7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7FE3-19D5-9131-FC8E-C8D26F78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A2FAA-C0E5-1E96-5668-DB0B1E6E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6EA1D-804F-0C33-2B84-35C8D671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842E5-385A-DA5B-35A6-9DC66A52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5CB1D-DDE4-ECC6-4216-3DF819E5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17389-557E-D47F-C586-A719F8F9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16B3D-3AD0-D179-446E-A16CEE5A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8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B015-17BF-A5AB-AEF3-11DFCBE8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5FEC-81F7-A729-7215-955BC8B10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79FEF-8DA7-1962-7B2E-2A6FC44A7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EE4D8-A987-3850-A74A-DD940EC7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B2C2D-BA4B-70D4-21CB-FE510A47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6F0E1-094D-F018-DD61-31D3A918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5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50DE-4A1E-E6E1-9A2C-17E72DF7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46607-857F-3653-95C1-337FD9326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E223C-C731-A27D-80E0-D520189A3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718A3-30DA-E8D8-6C48-096A8B19D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E9FC5-0E12-6B33-ACE3-8625A3521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EEAC6-D198-B7FB-55C2-882086D3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0FB4-B28A-ABCD-3098-B504B12C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270B7-6FFD-B514-8AF8-8B1845D67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7BBB5-BF46-251B-BED1-BA2ACF49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1D8F-7636-6B4A-D965-DF8F31D9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8DB4E-7391-80AE-623A-66479293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3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E51B7-1B8A-2714-6707-63A85CAD6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9D5AF-2E46-00D2-51EA-2AAF113C7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13A3-6310-255B-48F1-2BFA2203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22F53-42C2-24A9-D82A-3DE5718E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CE768-AF2D-8979-EA8E-BDD81F60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2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BB08C-7DAA-FC77-3F84-6CEEBD6B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CE6BD-2F24-9489-3C3F-212B985DF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5E4FE-9518-E7A7-D745-97D6BA4148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E2F55-3E67-4E54-94E0-F9B0E59C379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00F07-4E1B-681C-247A-B3A975AE7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4ED3-DEAA-413B-DE54-8710D7C6D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6ECBA-F5A9-4F30-9D22-0D1FA84B7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7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807F76-84D5-3BEE-39E9-0BFB34CF4E61}"/>
              </a:ext>
            </a:extLst>
          </p:cNvPr>
          <p:cNvCxnSpPr/>
          <p:nvPr/>
        </p:nvCxnSpPr>
        <p:spPr>
          <a:xfrm>
            <a:off x="1828800" y="2286000"/>
            <a:ext cx="3657600" cy="0"/>
          </a:xfrm>
          <a:prstGeom prst="line">
            <a:avLst/>
          </a:prstGeom>
          <a:ln w="76200">
            <a:solidFill>
              <a:srgbClr val="272727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EE0BE6-E4E1-1825-3814-6F5A9850742C}"/>
              </a:ext>
            </a:extLst>
          </p:cNvPr>
          <p:cNvCxnSpPr/>
          <p:nvPr/>
        </p:nvCxnSpPr>
        <p:spPr>
          <a:xfrm>
            <a:off x="1828800" y="3657600"/>
            <a:ext cx="3657600" cy="0"/>
          </a:xfrm>
          <a:prstGeom prst="line">
            <a:avLst/>
          </a:prstGeom>
          <a:ln w="76200">
            <a:solidFill>
              <a:srgbClr val="4488EB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56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2026-05-15T20:15:53Z</dcterms:created>
  <dcterms:modified xsi:type="dcterms:W3CDTF">2026-05-15T20:15:53Z</dcterms:modified>
</cp:coreProperties>
</file>