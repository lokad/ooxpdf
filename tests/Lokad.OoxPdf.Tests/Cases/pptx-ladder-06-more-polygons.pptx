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C2EA2-D93E-8BAD-76A0-8CD1BC73F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EF2E7-7B4F-EA4E-E69D-92293506B1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80779-E087-CFE1-1289-FB773FCE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6B677-30E1-4A1A-B64B-E3AC678988B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A36FA-0971-F6D8-6B5C-BF76084D0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B65B7-86AE-3DEF-000B-B5AA1D92F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2DE98-90DA-44D4-B259-05AEC56FB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41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2A2D0-861C-A651-C6E3-7D1733647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2FB46-00C7-26C0-DB09-B23ACE191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A7E47-C029-2FD6-2CD9-0E4093896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6B677-30E1-4A1A-B64B-E3AC678988B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56A8C-D654-F93F-CAAC-088DEDFD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FD143-FA4B-5A69-DD7D-ADDA3EFC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2DE98-90DA-44D4-B259-05AEC56FB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619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AD246-A34E-2AFC-C19E-AF2ABC4F9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84C74D-D27A-977A-733C-AF6288FF6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398A9-E254-0FEC-F875-382274357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6B677-30E1-4A1A-B64B-E3AC678988B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DA4AE-78A8-943B-4D4B-A755BEE92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56FC3-EE94-0B18-C4D0-C1ABCE2DD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2DE98-90DA-44D4-B259-05AEC56FB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912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3A5BC-6973-FEB1-2C16-6DE986F96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8CD56-AB1A-80D7-4BAD-9C7D72150A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521042-5205-0DE9-50EA-C3D549205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DDB17-8880-CB16-63D2-1C06DCCDC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6B677-30E1-4A1A-B64B-E3AC678988B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545E6-F535-2587-EB60-3CECFCAF3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A811B1-D2F5-1F88-7A18-D467DE019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2DE98-90DA-44D4-B259-05AEC56FB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640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1E2DA-9CB0-2739-8DDB-1D6504141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B79AA-C8EF-1FC6-7F04-687D1B50C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9B5014-8EC2-DFEB-A36D-E1EBCC6944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492B9F-0459-4738-FB67-992BC35DDD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25C80A-1D0C-5BDC-8078-67F05E52F2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DC4C06-D8CB-58C7-C69D-1E163254C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6B677-30E1-4A1A-B64B-E3AC678988B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19B7CF-EC7A-0BED-2BEE-F37166FA0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4AB02D-091D-7B5F-EB73-06706D76C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2DE98-90DA-44D4-B259-05AEC56FB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185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B888E-FE7C-643F-FC5F-CC55448A5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24F0E8-8BFA-5023-377C-E80A6D61F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6B677-30E1-4A1A-B64B-E3AC678988B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050E8-E70B-D533-3E45-2126412B3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1178C0-0277-9EC9-CEA8-AAA52F0E8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2DE98-90DA-44D4-B259-05AEC56FB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91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AF77F9-20B3-F19C-56E3-24733945B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6B677-30E1-4A1A-B64B-E3AC678988B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457243-07A9-E46C-49ED-D86E28044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29634-C353-5C57-EBE1-34FE2CFEE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2DE98-90DA-44D4-B259-05AEC56FB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209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15499-2347-AD97-B714-857D2BCEA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C7778-5E7C-5361-637D-F87E79682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6942FC-15D6-2612-0BFE-54325312D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70BA9E-4510-6BA1-F652-0CAB74711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6B677-30E1-4A1A-B64B-E3AC678988B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9AF9AF-FE03-4840-BEE6-FF183371A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2A461-4B8D-7E6D-2423-4071DFF99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2DE98-90DA-44D4-B259-05AEC56FB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234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2BDFE-966B-E45C-0EBB-7818B775B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BF80F4-8858-60A9-D3F6-EF1DE50108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B55931-C2A7-E680-24CA-575FD8E099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3A1DF2-152A-8820-4AE2-9880DD0B9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6B677-30E1-4A1A-B64B-E3AC678988B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7E299F-832A-D59D-654C-574165F12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6BE13C-0D73-9E9C-9F72-EA4570B6A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2DE98-90DA-44D4-B259-05AEC56FB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293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393D4-2AB3-79D3-4CE1-5C3CA9AD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6C952C-DA35-BC5D-A78C-C97A0E42AA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76A5-A9A1-DF85-6144-0258DD7E0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6B677-30E1-4A1A-B64B-E3AC678988B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A6623-677E-0697-369C-58D6F1148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27560-0901-E2A8-1F27-5CD21A198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2DE98-90DA-44D4-B259-05AEC56FB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52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384D71-7ED8-2CC8-9BFC-1D06B32A42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E1B482-918B-402A-A9FA-F2052BDC7B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DA2F8-B260-C800-5C74-11BC2E821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6B677-30E1-4A1A-B64B-E3AC678988B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4655F-1856-3E78-F88E-6C5953399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90328-D8BA-12C0-CD82-0D4E5CD0D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2DE98-90DA-44D4-B259-05AEC56FB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80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AFE285-3184-2AF3-85DE-92CDD0444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AB770-0C3B-3FE8-898A-27FDBB417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6D4E3-A5FA-B532-F77A-2567966365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A6B677-30E1-4A1A-B64B-E3AC678988B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E8589-F8CE-FCDE-945F-F5CFC96F5F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D80C2-7B3C-D01A-F448-49B33BBEF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62DE98-90DA-44D4-B259-05AEC56FB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480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7DF3BBE5-18B0-A6FF-D46F-855479ED4AE2}"/>
              </a:ext>
            </a:extLst>
          </p:cNvPr>
          <p:cNvSpPr/>
          <p:nvPr/>
        </p:nvSpPr>
        <p:spPr>
          <a:xfrm>
            <a:off x="1143000" y="1981200"/>
            <a:ext cx="1828800" cy="1524000"/>
          </a:xfrm>
          <a:prstGeom prst="rtTriangle">
            <a:avLst/>
          </a:prstGeom>
          <a:solidFill>
            <a:srgbClr val="4488EB"/>
          </a:solidFill>
          <a:ln w="25400">
            <a:solidFill>
              <a:srgbClr val="2727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entagon 2">
            <a:extLst>
              <a:ext uri="{FF2B5EF4-FFF2-40B4-BE49-F238E27FC236}">
                <a16:creationId xmlns:a16="http://schemas.microsoft.com/office/drawing/2014/main" id="{6E7B76D1-206B-2266-0230-81D76E4C2281}"/>
              </a:ext>
            </a:extLst>
          </p:cNvPr>
          <p:cNvSpPr/>
          <p:nvPr/>
        </p:nvSpPr>
        <p:spPr>
          <a:xfrm>
            <a:off x="3657600" y="1981200"/>
            <a:ext cx="1828800" cy="1524000"/>
          </a:xfrm>
          <a:prstGeom prst="pentagon">
            <a:avLst/>
          </a:prstGeom>
          <a:solidFill>
            <a:srgbClr val="FFCC99"/>
          </a:solidFill>
          <a:ln w="25400">
            <a:solidFill>
              <a:srgbClr val="2727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EA35CA75-889A-FBAF-0380-46BA11C0DBB3}"/>
              </a:ext>
            </a:extLst>
          </p:cNvPr>
          <p:cNvSpPr/>
          <p:nvPr/>
        </p:nvSpPr>
        <p:spPr>
          <a:xfrm>
            <a:off x="6172200" y="1981200"/>
            <a:ext cx="1828800" cy="1524000"/>
          </a:xfrm>
          <a:prstGeom prst="hexagon">
            <a:avLst/>
          </a:prstGeom>
          <a:solidFill>
            <a:srgbClr val="CCFFCC"/>
          </a:solidFill>
          <a:ln w="25400">
            <a:solidFill>
              <a:srgbClr val="2727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ctagon 4">
            <a:extLst>
              <a:ext uri="{FF2B5EF4-FFF2-40B4-BE49-F238E27FC236}">
                <a16:creationId xmlns:a16="http://schemas.microsoft.com/office/drawing/2014/main" id="{FB8129D3-F802-6913-4CBF-5CF195949C30}"/>
              </a:ext>
            </a:extLst>
          </p:cNvPr>
          <p:cNvSpPr/>
          <p:nvPr/>
        </p:nvSpPr>
        <p:spPr>
          <a:xfrm>
            <a:off x="3657600" y="4267200"/>
            <a:ext cx="1828800" cy="1524000"/>
          </a:xfrm>
          <a:prstGeom prst="octagon">
            <a:avLst/>
          </a:prstGeom>
          <a:solidFill>
            <a:srgbClr val="FFCC66"/>
          </a:solidFill>
          <a:ln w="25400">
            <a:solidFill>
              <a:srgbClr val="2727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964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2026-05-15T19:08:10Z</dcterms:created>
  <dcterms:modified xsi:type="dcterms:W3CDTF">2026-05-15T19:08:10Z</dcterms:modified>
</cp:coreProperties>
</file>