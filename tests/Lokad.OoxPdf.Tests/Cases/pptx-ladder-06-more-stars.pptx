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73C17-7058-752C-6781-7856290AEF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3D0335-6B21-64E3-EDD5-EA668CB878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81B2-EA43-C14D-B115-95C16755E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62A2C-A982-4E98-B74E-A4C90DA8550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5D5EA1-5531-2F71-E7EC-C3C7C97C4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45960-CCD9-84A9-D71F-9AE0E276E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81469-9C15-4EF3-93F9-B5F62D860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457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EA874-1100-C263-4B0F-CEB92CA14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CA2BEF-ABC1-3409-D29C-59DD57E53D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7F9AB-65E9-482E-77D0-1F7218464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62A2C-A982-4E98-B74E-A4C90DA8550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099A9-788C-F23A-FE27-484EC228E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28D5DB-B4D0-5795-5103-3FECCEBD9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81469-9C15-4EF3-93F9-B5F62D860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104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AD31A-2617-B824-83D2-4DFB71699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16F30D-53C6-B4AB-6713-73A7CAA89C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1515FD-DB9E-6EF8-D021-BCEEA97A7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62A2C-A982-4E98-B74E-A4C90DA8550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EFCA43-94C9-2449-E0A8-E18747C24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584BC-9C3B-25E0-7D9B-5D0592734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81469-9C15-4EF3-93F9-B5F62D860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933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4ABFF-53B4-9A59-CB4F-ED1260A65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B6B76-3B2D-F6E9-ECC8-87A5CA9EAA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37A857-37B5-A4C1-4C97-F85B8397E9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F18762-AEF1-C35A-06DA-AF778169D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62A2C-A982-4E98-B74E-A4C90DA8550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E4A017-1B9D-55D6-A2EB-C2C772690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39C8A8-BAB6-B8E8-61EF-62D28C11A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81469-9C15-4EF3-93F9-B5F62D860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877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C6108-B306-4FE2-BEB6-33BA24229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02556B-49AF-3490-0E41-A34E311E06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5A8AC8-CF8D-1D74-DAD5-0411F2C647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2BE0C9-2382-A3A5-39C0-BDEAFCF848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A2DA47-912C-E9E3-FD07-6D9700B712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5EF653-826A-EEB8-2108-F331DB163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62A2C-A982-4E98-B74E-A4C90DA8550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0D367D-BC92-758C-6318-656D60786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C7DF96-D1FC-7226-E0CE-8238CA717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81469-9C15-4EF3-93F9-B5F62D860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15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248FE-7F8F-CAB3-0210-0B577D4C5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707D67-B8CD-2E9D-E3BC-1D4598A89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62A2C-A982-4E98-B74E-A4C90DA8550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757905-53E1-1471-5F35-34027D65D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081306-1EE0-1AEA-756B-C496307B5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81469-9C15-4EF3-93F9-B5F62D860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330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666866-820E-2A0A-8308-0A3F0FE88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62A2C-A982-4E98-B74E-A4C90DA8550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56B52C-F61A-E071-52A6-98D23CE60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A98AEA-8803-ADE0-7865-BAC503F19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81469-9C15-4EF3-93F9-B5F62D860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213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1332D-743F-F57A-70FC-062B769FF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BBC7F-3B6C-9676-A1C9-6259F86868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6AD59C-6AB9-5EF2-E96B-7F85A7BFCB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0B9D23-BE4D-D6C3-6A60-FC84C7F34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62A2C-A982-4E98-B74E-A4C90DA8550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EC8452-39C5-5782-C122-91CF587C5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1A55C-BAEE-674F-A96B-6B5540F01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81469-9C15-4EF3-93F9-B5F62D860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154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6FF95-8FAE-0F40-E277-7E11A37A1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934C52-071A-839C-54B7-B9F53021B0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B6FD4D-C1F2-14D3-7A13-FA7A40FC88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8A2212-F6BF-DBF1-71F5-1E50B7B65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62A2C-A982-4E98-B74E-A4C90DA8550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24A04C-81D3-5F25-16FF-693AD9145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F65040-7778-B278-072D-7A9AF1B92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81469-9C15-4EF3-93F9-B5F62D860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061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8DF25-FDB3-2F01-4E9F-1EA065B70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815D33-6572-DD52-C90A-6E77D60212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69F022-C4E4-B4B1-761D-7B65CCF81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62A2C-A982-4E98-B74E-A4C90DA8550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594C68-5FF6-FA2D-F99D-6172C9AC0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2C39CE-52F3-F66A-A0C5-624DA4EB0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81469-9C15-4EF3-93F9-B5F62D860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577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4C022F-AD58-1FAD-4A76-7712B5DAC7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F15CC1-208E-8902-44BD-460F871CB1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F9B3F-F9A2-D97D-EDB9-B279D1369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62A2C-A982-4E98-B74E-A4C90DA8550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69E907-813A-0657-BEFB-C4950026C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A2CD0D-701F-90FB-7A29-1335D1828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81469-9C15-4EF3-93F9-B5F62D860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077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562836-49AF-6080-6616-C5DE037ED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1625E2-AE14-2B72-95CD-E0EF3FCA99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860AF9-728E-468A-6C54-2C5B5AC37B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062A2C-A982-4E98-B74E-A4C90DA8550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625BE8-8870-0D1D-B981-E4BB749FDC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1703C0-3F18-2BFB-5AD5-D36F4D1012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081469-9C15-4EF3-93F9-B5F62D860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370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>
            <a:extLst>
              <a:ext uri="{FF2B5EF4-FFF2-40B4-BE49-F238E27FC236}">
                <a16:creationId xmlns:a16="http://schemas.microsoft.com/office/drawing/2014/main" id="{EC8F66F7-B6FF-469C-30A1-2B72C78BE3BA}"/>
              </a:ext>
            </a:extLst>
          </p:cNvPr>
          <p:cNvSpPr/>
          <p:nvPr/>
        </p:nvSpPr>
        <p:spPr>
          <a:xfrm>
            <a:off x="1828800" y="2362200"/>
            <a:ext cx="2286000" cy="1676400"/>
          </a:xfrm>
          <a:prstGeom prst="star4">
            <a:avLst/>
          </a:prstGeom>
          <a:solidFill>
            <a:srgbClr val="2F80ED"/>
          </a:solidFill>
          <a:ln w="25400">
            <a:solidFill>
              <a:srgbClr val="1E1E1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rapezoid 2">
            <a:extLst>
              <a:ext uri="{FF2B5EF4-FFF2-40B4-BE49-F238E27FC236}">
                <a16:creationId xmlns:a16="http://schemas.microsoft.com/office/drawing/2014/main" id="{0ABCC2E4-5B02-DCB9-28ED-8EA7B897B237}"/>
              </a:ext>
            </a:extLst>
          </p:cNvPr>
          <p:cNvSpPr/>
          <p:nvPr/>
        </p:nvSpPr>
        <p:spPr>
          <a:xfrm>
            <a:off x="5029200" y="2362200"/>
            <a:ext cx="2286000" cy="1676400"/>
          </a:xfrm>
          <a:prstGeom prst="star8">
            <a:avLst/>
          </a:prstGeom>
          <a:solidFill>
            <a:srgbClr val="27AE60"/>
          </a:solidFill>
          <a:ln w="25400">
            <a:solidFill>
              <a:srgbClr val="1E1E1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5001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2026-05-15T19:03:43Z</dcterms:created>
  <dcterms:modified xsi:type="dcterms:W3CDTF">2026-05-15T19:03:43Z</dcterms:modified>
</cp:coreProperties>
</file>