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3C17-7058-752C-6781-7856290AE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D0335-6B21-64E3-EDD5-EA668CB87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81B2-EA43-C14D-B115-95C16755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D5EA1-5531-2F71-E7EC-C3C7C97C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45960-CCD9-84A9-D71F-9AE0E276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57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A874-1100-C263-4B0F-CEB92CA1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2BEF-ABC1-3409-D29C-59DD57E53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7F9AB-65E9-482E-77D0-1F721846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99A9-788C-F23A-FE27-484EC228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8D5DB-B4D0-5795-5103-3FECCEBD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0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D31A-2617-B824-83D2-4DFB7169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6F30D-53C6-B4AB-6713-73A7CAA89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15FD-DB9E-6EF8-D021-BCEEA97A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FCA43-94C9-2449-E0A8-E18747C2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84BC-9C3B-25E0-7D9B-5D059273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3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ABFF-53B4-9A59-CB4F-ED1260A6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6B76-3B2D-F6E9-ECC8-87A5CA9EA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7A857-37B5-A4C1-4C97-F85B8397E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18762-AEF1-C35A-06DA-AF778169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4A017-1B9D-55D6-A2EB-C2C77269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9C8A8-BAB6-B8E8-61EF-62D28C11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7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6108-B306-4FE2-BEB6-33BA2422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2556B-49AF-3490-0E41-A34E311E0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A8AC8-CF8D-1D74-DAD5-0411F2C64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BE0C9-2382-A3A5-39C0-BDEAFCF84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2DA47-912C-E9E3-FD07-6D9700B71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EF653-826A-EEB8-2108-F331DB16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D367D-BC92-758C-6318-656D6078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7DF96-D1FC-7226-E0CE-8238CA71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48FE-7F8F-CAB3-0210-0B577D4C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07D67-B8CD-2E9D-E3BC-1D4598A8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57905-53E1-1471-5F35-34027D65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81306-1EE0-1AEA-756B-C496307B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3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66866-820E-2A0A-8308-0A3F0FE8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56B52C-F61A-E071-52A6-98D23CE6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98AEA-8803-ADE0-7865-BAC503F1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1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332D-743F-F57A-70FC-062B769F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BC7F-3B6C-9676-A1C9-6259F8686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AD59C-6AB9-5EF2-E96B-7F85A7BFC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B9D23-BE4D-D6C3-6A60-FC84C7F3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8452-39C5-5782-C122-91CF587C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1A55C-BAEE-674F-A96B-6B5540F0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5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FF95-8FAE-0F40-E277-7E11A37A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34C52-071A-839C-54B7-B9F53021B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6FD4D-C1F2-14D3-7A13-FA7A40FC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A2212-F6BF-DBF1-71F5-1E50B7B6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4A04C-81D3-5F25-16FF-693AD914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65040-7778-B278-072D-7A9AF1B9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6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DF25-FDB3-2F01-4E9F-1EA065B7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15D33-6572-DD52-C90A-6E77D6021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F022-C4E4-B4B1-761D-7B65CCF8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94C68-5FF6-FA2D-F99D-6172C9AC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C39CE-52F3-F66A-A0C5-624DA4EB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7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C022F-AD58-1FAD-4A76-7712B5DAC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15CC1-208E-8902-44BD-460F871CB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F9B3F-F9A2-D97D-EDB9-B279D136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9E907-813A-0657-BEFB-C4950026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CD0D-701F-90FB-7A29-1335D182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7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62836-49AF-6080-6616-C5DE037E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625E2-AE14-2B72-95CD-E0EF3FCA9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60AF9-728E-468A-6C54-2C5B5AC37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25BE8-8870-0D1D-B981-E4BB749FD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703C0-3F18-2BFB-5AD5-D36F4D101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70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EC8F66F7-B6FF-469C-30A1-2B72C78BE3BA}"/>
              </a:ext>
            </a:extLst>
          </p:cNvPr>
          <p:cNvSpPr/>
          <p:nvPr/>
        </p:nvSpPr>
        <p:spPr>
          <a:xfrm>
            <a:off x="1828800" y="2362200"/>
            <a:ext cx="2286000" cy="1676400"/>
          </a:xfrm>
          <a:prstGeom prst="parallelogram">
            <a:avLst/>
          </a:prstGeom>
          <a:solidFill>
            <a:srgbClr val="2F80ED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0ABCC2E4-5B02-DCB9-28ED-8EA7B897B237}"/>
              </a:ext>
            </a:extLst>
          </p:cNvPr>
          <p:cNvSpPr/>
          <p:nvPr/>
        </p:nvSpPr>
        <p:spPr>
          <a:xfrm>
            <a:off x="5029200" y="2362200"/>
            <a:ext cx="2286000" cy="1676400"/>
          </a:xfrm>
          <a:prstGeom prst="trapezoid">
            <a:avLst/>
          </a:prstGeom>
          <a:solidFill>
            <a:srgbClr val="27AE60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0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2026-05-15T19:03:43Z</dcterms:created>
  <dcterms:modified xsi:type="dcterms:W3CDTF">2026-05-15T19:03:43Z</dcterms:modified>
</cp:coreProperties>
</file>