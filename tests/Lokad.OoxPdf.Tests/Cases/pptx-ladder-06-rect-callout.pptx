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0B34-9ACE-86B8-1DE4-C5C89C9C1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BE233-EA47-8B43-3198-F8032FB34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7A6ED-CF9C-48DC-AE3C-211C2719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DEC1-C46A-0C9E-3025-D38355650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70FB3-9028-BE51-C09B-E88B0470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9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11D4-56B6-62DA-4CAD-7F61011A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568AA-BA09-3D32-2D12-FBD685A48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F35EB-4273-FC62-CB05-27F26882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F3EDB-19DE-3182-1013-6A7BDF66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0F87E-F1B7-C67C-DC5C-9700CA50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3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6FED-7B40-BA23-DE4E-09A0CDC3D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324A-6415-7D6A-DAD9-6501F3469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B2150-26D1-267B-0954-FB3E2A17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4E88D-7014-0DFE-B618-A2E4CCA0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0BAC0-F5B3-4194-1EEB-D35C0889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7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3154-91D0-8D54-7ACF-4228C4BD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33B48-E97A-E164-D60F-20FFE6C1F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1B58C-FFA2-C650-59AC-E521ED5C8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F45F3-0471-6298-F087-9BFDA332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C58CF-15FB-FA6C-EB2E-2A4E2873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842CC-142B-B7FA-DF57-56BE13E9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7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F6EA-2A13-001E-63A5-37460734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EBCC2-AA3C-9853-A5E6-E2E9D30E8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789C4-560D-1273-F5E4-6AF7F19EB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66585-47BD-4B1D-30AD-6A7542D9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F5840-2EB9-26B1-EC0E-654B8A86D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66AFC-6043-2AA5-C4A5-AA877EAD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F57C2-574F-08A5-9A0E-8472E6F4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FC32E-ACED-CF21-3F05-B40856B6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8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D5DB-8784-D516-9116-A702AB2C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205F2-A89B-B67E-0874-800A3CBE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44F97-866A-DDEE-5FA1-75A4073E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67A7E-D94B-2072-8EF4-620B7D5D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3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5E5A5-2E2A-A2D2-B477-B24A04A5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E223D-7E2E-A8A1-BD7A-CA936F3B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B8603-56B1-5AD1-5B51-51DA20EB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7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0AF8-561B-C746-8AF3-65C22A145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0868-2C3F-B557-99A0-B894AC968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F831D-34D1-11B1-92F0-C37A82D7A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C8D7B-D672-CF51-7EF7-F73FF98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9EB3D-FF7F-C40E-96FA-5E785A62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110FF-9F36-113A-E517-0C2F09B4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1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0566-7A63-22E2-EFB7-00041AD3F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18E0E2-A1A4-B2D1-E66B-820969CEF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2EF8A-43AB-9780-9E88-FC95BE99B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D0EB9-775D-444E-FF36-ACE0149D4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EB51F-E529-F325-A7E4-CD0895D8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DCB37-FEF0-8616-9435-65699078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5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7B6D3-BD76-D46C-EBAB-E3259A24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CBB5F-1741-7FD4-7BDF-CAFDBCFBF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F1716-334F-0059-5E43-8EE82D83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9D4FA-DE16-6872-E1C4-D04E7437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7DF3A-329D-763E-9994-7A022A80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4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E98A1-55CB-5DAC-D0D0-5A4E98CF6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D6013-E41B-0A7D-4220-BF38C9923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DF53F-55BD-E75B-624B-23A396CB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CC046-739F-889E-74CF-D4C3B229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82AD-A843-0938-2545-F6FBC741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6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E7DEA-B7AC-B745-30E9-82949D99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ABCF0-39AF-9D6A-61F9-E3633619C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2B006-6EF4-3B37-2742-B86D743A2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45944-A437-4391-AC5D-43EEAD9A1BD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586BE-28B5-6289-4447-A3E4C774B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38482-20E2-27EE-9308-DE281D0E7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0D6CF-66A2-419A-9419-0C5F0B75E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7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3ABDAA3C-FD37-CAF0-F38C-6CEB2B0BA2D6}"/>
              </a:ext>
            </a:extLst>
          </p:cNvPr>
          <p:cNvSpPr/>
          <p:nvPr/>
        </p:nvSpPr>
        <p:spPr>
          <a:xfrm>
            <a:off x="2971800" y="1828800"/>
            <a:ext cx="3200400" cy="2286000"/>
          </a:xfrm>
          <a:prstGeom prst="wedgeRectCallout">
            <a:avLst/>
          </a:prstGeom>
          <a:solidFill>
            <a:srgbClr val="4488EB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17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2026-05-15T19:20:08Z</dcterms:created>
  <dcterms:modified xsi:type="dcterms:W3CDTF">2026-05-15T19:20:08Z</dcterms:modified>
</cp:coreProperties>
</file>