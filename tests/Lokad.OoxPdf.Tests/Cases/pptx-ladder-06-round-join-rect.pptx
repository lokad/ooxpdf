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384F8-E6C2-1B5F-0CA4-4604BD434C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A2BAD-A91E-EE48-9A8B-97042C1CE2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81D98-BD2A-0611-BDE5-10AD7B25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3FE6-14CF-4E64-8356-F9607D41C94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87C84-FA13-5EDB-1248-D25FCE659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A7468-6FF0-4174-8053-E38C90313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27519-CEDB-478B-853F-C1DB64384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542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36794-EEC2-215E-D39D-596AAE100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80E29-ADB8-5EEC-F411-3C0B66CE2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5CD7D-F1BF-5513-E05A-FED9778CB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3FE6-14CF-4E64-8356-F9607D41C94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23D5A-04C1-5706-18AD-6F9167A47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5CC7F-4C94-4925-9AB7-9EEFA801B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27519-CEDB-478B-853F-C1DB64384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595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9E398-3DC7-B1C2-7ADC-CD3DB1BC6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4F1CED-A8C1-5FBB-6FB2-41D31057A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E463-B3DC-2CF7-AEA2-93863D8E3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3FE6-14CF-4E64-8356-F9607D41C94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47083-D191-C0DF-06F3-A7392C85A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7273B-195F-6E04-AB3A-01F7B66BC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27519-CEDB-478B-853F-C1DB64384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642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09E12-F204-6F62-85E1-F7B6CBE87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C679C-ADFE-63E9-E1FC-B8AF9C0592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329564-A1DF-3DCA-875B-FDE3E4FB4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11079-630F-C739-DF17-043870A83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3FE6-14CF-4E64-8356-F9607D41C94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2B6794-4002-4705-C908-9793C304C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DE4002-F05E-186A-7609-4DAE96826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27519-CEDB-478B-853F-C1DB64384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771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5E0B6-67E8-5ABC-9A5C-E02686BA0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E1DFA7-79B5-80F1-80AD-0FC439DC0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BDABB4-A12E-1ECF-06B0-9C8A92D3C9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C36A94-30F5-C457-7CE8-DBF6853439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02FF92-5211-3D83-7DEC-11F59DAD42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F48C06-4375-7EEF-7587-FFF4C69CA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3FE6-14CF-4E64-8356-F9607D41C94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835840-1EB2-0D81-FF6C-A04200FFA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73A330-178C-4611-4881-5D42A9E2B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27519-CEDB-478B-853F-C1DB64384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083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524B1-EF73-C52E-447D-CD6BDFFEB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7613C8-BD03-5FF9-C76C-BE80074DB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3FE6-14CF-4E64-8356-F9607D41C94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23D27D-17F2-5E2E-0FCE-8F0DF1430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1D127F-B762-FDD9-F8F8-2915FE7E8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27519-CEDB-478B-853F-C1DB64384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663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8E9E8F-980C-8719-CE0C-0C00B57CC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3FE6-14CF-4E64-8356-F9607D41C94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C27D31-B2B3-0970-C88A-5ACB1B84C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96723-3C92-26FF-2CE5-84ED481E7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27519-CEDB-478B-853F-C1DB64384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475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66444-BF60-DB2D-E3EF-4659709C7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C1416-C0BA-A8DC-93A6-8A02F0EB6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9E89D5-06D1-01BE-DB61-4543E862B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43B2B7-C320-9243-B17C-1D6E0C1D7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3FE6-14CF-4E64-8356-F9607D41C94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AB4A3F-8C69-B2FB-2919-6AAAEBE10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FCA27E-6A52-06F7-1502-C5515CCC4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27519-CEDB-478B-853F-C1DB64384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791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78F28-CC59-F3CC-4C9D-8BC865197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153FAC-1027-DBCA-27E2-C5431C61CC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D62F5-2E39-D3E3-0EFB-9C2D271D37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D2263-3C74-267B-13A7-2F4D9D063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3FE6-14CF-4E64-8356-F9607D41C94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1C551-C9FA-4D8E-CDCA-0728BD4C2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59B0C-E5CA-ACA6-67F5-BBB81762D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27519-CEDB-478B-853F-C1DB64384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772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2BAF4-4768-61AF-B96E-F9EE3BF95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7EE32E-3F55-F93D-9048-A4240DF9A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C0F9F-D014-90CC-A328-861EBFCA3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3FE6-14CF-4E64-8356-F9607D41C94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BFCA7-635F-C792-F105-9FBB922CE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21170-7F82-1A70-0172-932B624F2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27519-CEDB-478B-853F-C1DB64384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65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41A82B-06EF-D998-4A11-82FCD1767D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02D535-C54C-09C3-6E86-0DA0EBF874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E9162-1319-EC0A-89C2-BEAC0D4FA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3FE6-14CF-4E64-8356-F9607D41C94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8AA5D-69FD-C547-FC71-51449014A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27FC3-3698-CE75-0915-7EF3C2AD4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27519-CEDB-478B-853F-C1DB64384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601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A56EA1-F72E-8FF3-5B3E-E108B4411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24D09-DFF7-76F8-1F68-94AE2AF52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ABDAD-AACD-36C5-F90E-47288D15CE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AE3FE6-14CF-4E64-8356-F9607D41C94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420F1-3336-F151-F446-64FFCCAEF8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0A81C-242E-3183-E1F7-93DA27C229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A27519-CEDB-478B-853F-C1DB64384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78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84617B-1EFE-A702-C37F-F9EE4707D68D}"/>
              </a:ext>
            </a:extLst>
          </p:cNvPr>
          <p:cNvSpPr/>
          <p:nvPr/>
        </p:nvSpPr>
        <p:spPr>
          <a:xfrm>
            <a:off x="2743200" y="1905000"/>
            <a:ext cx="3657600" cy="2590800"/>
          </a:xfrm>
          <a:prstGeom prst="rect">
            <a:avLst/>
          </a:prstGeom>
          <a:noFill/>
          <a:ln w="304800" cap="flat" cmpd="sng" algn="ctr">
            <a:solidFill>
              <a:srgbClr val="2F80ED"/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676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2026-05-15T18:49:06Z</dcterms:created>
  <dcterms:modified xsi:type="dcterms:W3CDTF">2026-05-15T18:49:06Z</dcterms:modified>
</cp:coreProperties>
</file>