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2" d="100"/>
          <a:sy n="62" d="100"/>
        </p:scale>
        <p:origin x="245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72501E-CBF1-2EBA-DE93-43F6D69660A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EBEFD61-5A95-AD68-5216-C3F0A91C48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7FDD55-38D0-C772-33F0-80B82A6873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DC1356-55AE-4334-A0A4-875BD2CF12F9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AC13D6-676D-3796-6980-1E4D139BF0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556EB2-92CD-0678-8701-7D9B5C7B3D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9DF47-E57B-4FA0-A35B-6647F344C7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46856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E86738-5FBE-62EA-7029-D1AA9CA0F9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91FE48-BEF5-789C-DC96-E7C2748291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19DC19-9F52-451D-6354-EC7C559DBF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DC1356-55AE-4334-A0A4-875BD2CF12F9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C6FA2F-30B4-9ABF-7C85-008224AA90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D40D20-3C6C-240C-DE3A-E8FC80F3D5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9DF47-E57B-4FA0-A35B-6647F344C7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49454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A6957E-D786-DFA7-5F02-1A25BAF695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C6A89A-6BAE-3DE2-A4CC-1181C831DC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311267-65A5-3990-D2A4-421A1B64AF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DC1356-55AE-4334-A0A4-875BD2CF12F9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917515-A0E8-1ACE-AE2E-856A874F3C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FF2876-94BE-033F-1E5F-8690C8B24E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9DF47-E57B-4FA0-A35B-6647F344C7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11893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CD5D33-76E7-7079-30DC-98C7754554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BD2A88-FB17-77A1-E49B-F4ECD25FD72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C126C82-31E4-9EF9-6B8F-B3E93833B88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F977A96-0496-C33D-E74E-C8FBEE0CC8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DC1356-55AE-4334-A0A4-875BD2CF12F9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AE7C341-DD8E-EBF1-1C8B-775CE74AF8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B7A1A4F-EF09-D33A-5A12-275BE74DF5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9DF47-E57B-4FA0-A35B-6647F344C7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62571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8B8B66-1942-E001-EFCE-47EBD84834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E432FF-48A8-1920-5FF6-B533FB8A68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955A543-5852-5DBE-19C0-B5D8F53CF9B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39EFC0E-BA47-9766-1097-E2A591F7C28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B7752DC-756E-95A0-4521-219F0FEFCE3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529FE4C-DA25-DA6D-F089-A03CBE979F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DC1356-55AE-4334-A0A4-875BD2CF12F9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7B9AD5A-8931-53AA-608C-1285D1FCB0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D23D796-30EF-D2D0-996E-21694E8C7C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9DF47-E57B-4FA0-A35B-6647F344C7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55135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CD5102-FEA6-8E20-9627-2A8BAD6705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428E97E-6D26-B961-24DC-9ACD021D2E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DC1356-55AE-4334-A0A4-875BD2CF12F9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BCC89B9-843C-6151-EBFD-B9466F5AFF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75D589C-D99A-4A50-32C6-0464DC057D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9DF47-E57B-4FA0-A35B-6647F344C7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44945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814628F-A627-5163-65B8-BCD5237EEA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DC1356-55AE-4334-A0A4-875BD2CF12F9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86995CB-D7DB-4139-56A7-29A630248F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91A9DB-A3DF-DE6C-DA0C-3D934C770A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9DF47-E57B-4FA0-A35B-6647F344C7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73164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02EC6D-D3F2-24DF-0C9B-4312492819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2FF22E-D806-C8F2-44C5-507AB49362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8B8982C-C549-2531-9B2E-95B7482CA5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ACE02C1-46E0-BAF3-E434-2F6817D264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DC1356-55AE-4334-A0A4-875BD2CF12F9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4114CDD-E3C9-38C3-482F-E943333710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86B9E43-8AB6-7661-2E81-E564EEE116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9DF47-E57B-4FA0-A35B-6647F344C7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55491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6C825A-74DE-B294-E2CD-78E80DD297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3BBB6FC-D82D-2BA1-A6E6-B74736ECBAA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E562830-F449-3AD0-5A4E-215B33E21E3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7C6137B-B7BA-66AE-B77E-6FA3E839DF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DC1356-55AE-4334-A0A4-875BD2CF12F9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14017E9-E2A9-5AC4-4E1E-602B4599EC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F899483-E55F-6B44-29B9-ACA603DF06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9DF47-E57B-4FA0-A35B-6647F344C7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31431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CB3944-63DE-16D4-A63A-5FCB1F14F9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E90619E-9903-C8D9-77ED-71F52C4980C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CF62DE-EE2C-C76E-776D-9FF2670D5B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DC1356-55AE-4334-A0A4-875BD2CF12F9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291868-9468-02D5-ABFB-1C0EF5BB7A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CB9FD3-BE70-B560-74C6-75CB28E90F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9DF47-E57B-4FA0-A35B-6647F344C7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25416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A995F57-6F7A-F22D-B6E8-4A92D5A1D2A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F33EC02-92A0-52BA-6796-A45CCE23BAF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599340-AB22-C886-24A0-DFBFC74CAA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DC1356-55AE-4334-A0A4-875BD2CF12F9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0C663A-B381-7533-DEB0-344E93B4A1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DE16F6-E683-77EC-989D-8163EAB02B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9DF47-E57B-4FA0-A35B-6647F344C7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69026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903E22B-5545-B2D5-01EF-A08AD4BAD1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0D67CB0-638C-F8F0-C969-9CA01280DB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F9D325-D7E7-42D8-3430-D66735D7978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DDC1356-55AE-4334-A0A4-875BD2CF12F9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3B82DA-A164-12D9-4A55-2C734D878DF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9D6200-A38F-C2DC-422F-E067D116734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FD9DF47-E57B-4FA0-A35B-6647F344C7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26934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tar: 5 Points 1">
            <a:extLst>
              <a:ext uri="{FF2B5EF4-FFF2-40B4-BE49-F238E27FC236}">
                <a16:creationId xmlns:a16="http://schemas.microsoft.com/office/drawing/2014/main" id="{8AC005DB-83DD-1C7F-5EF5-FDFB463172D9}"/>
              </a:ext>
            </a:extLst>
          </p:cNvPr>
          <p:cNvSpPr/>
          <p:nvPr/>
        </p:nvSpPr>
        <p:spPr>
          <a:xfrm>
            <a:off x="914400" y="558800"/>
            <a:ext cx="1524000" cy="1219200"/>
          </a:xfrm>
          <a:prstGeom prst="star5">
            <a:avLst>
              <a:gd name="adj" fmla="val 15000"/>
              <a:gd name="hf" fmla="val 105146"/>
              <a:gd name="vf" fmla="val 110557"/>
            </a:avLst>
          </a:prstGeom>
          <a:solidFill>
            <a:srgbClr val="A8E3B6"/>
          </a:solidFill>
          <a:ln>
            <a:solidFill>
              <a:srgbClr val="20503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tar: 5 Points 2">
            <a:extLst>
              <a:ext uri="{FF2B5EF4-FFF2-40B4-BE49-F238E27FC236}">
                <a16:creationId xmlns:a16="http://schemas.microsoft.com/office/drawing/2014/main" id="{65F4A648-F46A-28D0-260E-07223F58985A}"/>
              </a:ext>
            </a:extLst>
          </p:cNvPr>
          <p:cNvSpPr/>
          <p:nvPr/>
        </p:nvSpPr>
        <p:spPr>
          <a:xfrm>
            <a:off x="3200400" y="558800"/>
            <a:ext cx="1524000" cy="1219200"/>
          </a:xfrm>
          <a:prstGeom prst="star5">
            <a:avLst>
              <a:gd name="adj" fmla="val 45000"/>
              <a:gd name="hf" fmla="val 105146"/>
              <a:gd name="vf" fmla="val 110557"/>
            </a:avLst>
          </a:prstGeom>
          <a:solidFill>
            <a:srgbClr val="A8E3B6"/>
          </a:solidFill>
          <a:ln>
            <a:solidFill>
              <a:srgbClr val="20503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Circle: Hollow 3">
            <a:extLst>
              <a:ext uri="{FF2B5EF4-FFF2-40B4-BE49-F238E27FC236}">
                <a16:creationId xmlns:a16="http://schemas.microsoft.com/office/drawing/2014/main" id="{638CD645-8186-75F4-2925-404A064F3C4F}"/>
              </a:ext>
            </a:extLst>
          </p:cNvPr>
          <p:cNvSpPr/>
          <p:nvPr/>
        </p:nvSpPr>
        <p:spPr>
          <a:xfrm>
            <a:off x="5486400" y="558800"/>
            <a:ext cx="1524000" cy="1219200"/>
          </a:xfrm>
          <a:prstGeom prst="donut">
            <a:avLst>
              <a:gd name="adj" fmla="val 10000"/>
            </a:avLst>
          </a:prstGeom>
          <a:solidFill>
            <a:srgbClr val="A8E3B6"/>
          </a:solidFill>
          <a:ln>
            <a:solidFill>
              <a:srgbClr val="20503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5" name="Circle: Hollow 4">
            <a:extLst>
              <a:ext uri="{FF2B5EF4-FFF2-40B4-BE49-F238E27FC236}">
                <a16:creationId xmlns:a16="http://schemas.microsoft.com/office/drawing/2014/main" id="{7E1BE5B1-2B79-1492-0DD8-FA4375E87071}"/>
              </a:ext>
            </a:extLst>
          </p:cNvPr>
          <p:cNvSpPr/>
          <p:nvPr/>
        </p:nvSpPr>
        <p:spPr>
          <a:xfrm>
            <a:off x="7772400" y="558800"/>
            <a:ext cx="1524000" cy="1219200"/>
          </a:xfrm>
          <a:prstGeom prst="donut">
            <a:avLst>
              <a:gd name="adj" fmla="val 45000"/>
            </a:avLst>
          </a:prstGeom>
          <a:solidFill>
            <a:srgbClr val="A8E3B6"/>
          </a:solidFill>
          <a:ln>
            <a:solidFill>
              <a:srgbClr val="20503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6" name="Cross 5">
            <a:extLst>
              <a:ext uri="{FF2B5EF4-FFF2-40B4-BE49-F238E27FC236}">
                <a16:creationId xmlns:a16="http://schemas.microsoft.com/office/drawing/2014/main" id="{BE155EC2-C1E9-5C9C-1A0D-F60F4222493B}"/>
              </a:ext>
            </a:extLst>
          </p:cNvPr>
          <p:cNvSpPr/>
          <p:nvPr/>
        </p:nvSpPr>
        <p:spPr>
          <a:xfrm>
            <a:off x="10058400" y="558800"/>
            <a:ext cx="1524000" cy="1219200"/>
          </a:xfrm>
          <a:prstGeom prst="plus">
            <a:avLst>
              <a:gd name="adj" fmla="val 15000"/>
            </a:avLst>
          </a:prstGeom>
          <a:solidFill>
            <a:srgbClr val="A8E3B6"/>
          </a:solidFill>
          <a:ln>
            <a:solidFill>
              <a:srgbClr val="20503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Cross 6">
            <a:extLst>
              <a:ext uri="{FF2B5EF4-FFF2-40B4-BE49-F238E27FC236}">
                <a16:creationId xmlns:a16="http://schemas.microsoft.com/office/drawing/2014/main" id="{27496599-E8DD-0875-F5E2-9AA37F2C34B8}"/>
              </a:ext>
            </a:extLst>
          </p:cNvPr>
          <p:cNvSpPr/>
          <p:nvPr/>
        </p:nvSpPr>
        <p:spPr>
          <a:xfrm>
            <a:off x="914400" y="2794000"/>
            <a:ext cx="1524000" cy="1219200"/>
          </a:xfrm>
          <a:prstGeom prst="plus">
            <a:avLst>
              <a:gd name="adj" fmla="val 45000"/>
            </a:avLst>
          </a:prstGeom>
          <a:solidFill>
            <a:srgbClr val="A8E3B6"/>
          </a:solidFill>
          <a:ln>
            <a:solidFill>
              <a:srgbClr val="20503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rapezoid 7">
            <a:extLst>
              <a:ext uri="{FF2B5EF4-FFF2-40B4-BE49-F238E27FC236}">
                <a16:creationId xmlns:a16="http://schemas.microsoft.com/office/drawing/2014/main" id="{E982AF04-E80B-D577-FF09-C2C4E9EF6978}"/>
              </a:ext>
            </a:extLst>
          </p:cNvPr>
          <p:cNvSpPr/>
          <p:nvPr/>
        </p:nvSpPr>
        <p:spPr>
          <a:xfrm>
            <a:off x="3200400" y="2794000"/>
            <a:ext cx="1524000" cy="1219200"/>
          </a:xfrm>
          <a:prstGeom prst="trapezoid">
            <a:avLst>
              <a:gd name="adj" fmla="val 15000"/>
            </a:avLst>
          </a:prstGeom>
          <a:solidFill>
            <a:srgbClr val="A8E3B6"/>
          </a:solidFill>
          <a:ln>
            <a:solidFill>
              <a:srgbClr val="20503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rapezoid 8">
            <a:extLst>
              <a:ext uri="{FF2B5EF4-FFF2-40B4-BE49-F238E27FC236}">
                <a16:creationId xmlns:a16="http://schemas.microsoft.com/office/drawing/2014/main" id="{BBB95408-B427-D2B2-7561-F7F0382A76B5}"/>
              </a:ext>
            </a:extLst>
          </p:cNvPr>
          <p:cNvSpPr/>
          <p:nvPr/>
        </p:nvSpPr>
        <p:spPr>
          <a:xfrm>
            <a:off x="5486400" y="2794000"/>
            <a:ext cx="1524000" cy="1219200"/>
          </a:xfrm>
          <a:prstGeom prst="trapezoid">
            <a:avLst>
              <a:gd name="adj" fmla="val 45000"/>
            </a:avLst>
          </a:prstGeom>
          <a:solidFill>
            <a:srgbClr val="A8E3B6"/>
          </a:solidFill>
          <a:ln>
            <a:solidFill>
              <a:srgbClr val="20503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Isosceles Triangle 9">
            <a:extLst>
              <a:ext uri="{FF2B5EF4-FFF2-40B4-BE49-F238E27FC236}">
                <a16:creationId xmlns:a16="http://schemas.microsoft.com/office/drawing/2014/main" id="{C9B927F6-4AF8-9E88-3BB8-684365B9A062}"/>
              </a:ext>
            </a:extLst>
          </p:cNvPr>
          <p:cNvSpPr/>
          <p:nvPr/>
        </p:nvSpPr>
        <p:spPr>
          <a:xfrm>
            <a:off x="7772400" y="2794000"/>
            <a:ext cx="1524000" cy="1219200"/>
          </a:xfrm>
          <a:prstGeom prst="triangle">
            <a:avLst>
              <a:gd name="adj" fmla="val 10000"/>
            </a:avLst>
          </a:prstGeom>
          <a:solidFill>
            <a:srgbClr val="A8E3B6"/>
          </a:solidFill>
          <a:ln>
            <a:solidFill>
              <a:srgbClr val="20503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Isosceles Triangle 10">
            <a:extLst>
              <a:ext uri="{FF2B5EF4-FFF2-40B4-BE49-F238E27FC236}">
                <a16:creationId xmlns:a16="http://schemas.microsoft.com/office/drawing/2014/main" id="{BDD13082-2485-7500-30DB-B5633533E8DB}"/>
              </a:ext>
            </a:extLst>
          </p:cNvPr>
          <p:cNvSpPr/>
          <p:nvPr/>
        </p:nvSpPr>
        <p:spPr>
          <a:xfrm>
            <a:off x="10058400" y="2794000"/>
            <a:ext cx="1524000" cy="1219200"/>
          </a:xfrm>
          <a:prstGeom prst="triangle">
            <a:avLst>
              <a:gd name="adj" fmla="val 90000"/>
            </a:avLst>
          </a:prstGeom>
          <a:solidFill>
            <a:srgbClr val="A8E3B6"/>
          </a:solidFill>
          <a:ln>
            <a:solidFill>
              <a:srgbClr val="20503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875263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Custom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Joannes Vermorel</dc:creator>
  <cp:lastModifiedBy>Joannes Vermorel</cp:lastModifiedBy>
  <cp:revision>1</cp:revision>
  <dcterms:created xsi:type="dcterms:W3CDTF">2026-05-16T12:27:19Z</dcterms:created>
  <dcterms:modified xsi:type="dcterms:W3CDTF">2026-05-16T12:27:20Z</dcterms:modified>
</cp:coreProperties>
</file>