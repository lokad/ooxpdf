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9E3A9-4321-4CCD-B3EC-DCBC93874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AAA9DA-0890-BB04-41F2-D31682464E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80BFE-5E83-B5BF-9070-2FD936422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0D42-0C27-4888-86DD-C8CB9487E58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36205-3422-223B-5CD3-4EF49B57B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C604B-6621-2545-70B0-B5F15693D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5ABB4-A010-4C83-9469-3415FC2F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24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2B3C-9745-47A8-D99D-5E892954E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3E250-90C2-E1DD-AD48-643DC5183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03E59-AD9B-55ED-5EB9-05FEC24D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0D42-0C27-4888-86DD-C8CB9487E58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9C241-5F30-2202-1C47-BFB9BE985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A5B64-0FB0-B6DE-96CD-A532E81D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5ABB4-A010-4C83-9469-3415FC2F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585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265F0-1BFD-A73A-7671-0BB650774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E2BB0-D750-1FAE-A1B2-B40844BDD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20536-B075-F39C-BE19-6217E1048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0D42-0C27-4888-86DD-C8CB9487E58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D08F5-6D84-2B63-ADB3-D57AE5BF7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79FD5-6D84-1FCC-047A-DBAB5AFDB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5ABB4-A010-4C83-9469-3415FC2F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05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72266-401B-CE9E-0BDE-DCA28C2FE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19F55-D17F-63D0-DBBA-4F9B39E925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B5BA2-8851-FB54-F501-39ADA6C27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04E58-55EB-627B-2F08-CAB82511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0D42-0C27-4888-86DD-C8CB9487E58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EC283-3D03-82E9-23F4-367EE887A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29174-64E6-3320-162D-108B51222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5ABB4-A010-4C83-9469-3415FC2F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44CE9-646D-04DF-B503-DFABC2D5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C0AB7-312B-5C6C-D9F2-1CA3A3C2F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245C9-36DB-FAE6-63CE-AED3FB0CBE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C2F3D2-54D8-A1EA-9BDD-B9B93FB42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18C0A0-9C0B-DAE5-84E0-F93A137318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517E90-6EB0-A31D-697F-E2256A542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0D42-0C27-4888-86DD-C8CB9487E58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71A861-3125-0770-FA15-C713B21EE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8DCE71-FC36-00B9-C6D5-BFDBAD982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5ABB4-A010-4C83-9469-3415FC2F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357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D3DC9-08DB-BAAE-23EF-DBA8163D2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47D7E-022B-D886-3B4D-9262CCF99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0D42-0C27-4888-86DD-C8CB9487E58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C5892-E042-B974-E503-FC68E135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963585-9F50-8AB6-62A4-EF247147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5ABB4-A010-4C83-9469-3415FC2F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49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35942F-E64F-5B31-6E36-6AAADCD78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0D42-0C27-4888-86DD-C8CB9487E58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12D3D8-B6C7-A38C-B02A-E5009C40D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3C550-6C7F-C215-E827-6574CAD6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5ABB4-A010-4C83-9469-3415FC2F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36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ED340-F355-3D1E-05A3-0ABF2ECA2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31B02-4575-1C03-321A-5C5B7460C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676C74-BBEA-1150-9639-FBDBE7B5E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3B14F-063D-A428-96C5-336D91F92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0D42-0C27-4888-86DD-C8CB9487E58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A0AF5-5EE6-2EEC-BBCF-3AE25AB83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9CC0A-8105-474A-DE3B-B1F1FB99B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5ABB4-A010-4C83-9469-3415FC2F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147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33625-90CA-611C-216E-BCECAFCA9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EC991B-DD44-6273-8C31-135886F6EF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A1346F-BBF7-E554-BDC0-96FA0CA2E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CF0C4-73E4-D5A0-3E04-A3B3F7382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0D42-0C27-4888-86DD-C8CB9487E58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81794-607C-F399-3596-AB831E110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188F1-7247-B34D-BF11-CCAF771AC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5ABB4-A010-4C83-9469-3415FC2F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9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C57D9-0905-7097-7569-3247573FF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E63B7-3F0C-C89F-1778-03F623818A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A48AD-260B-EDB0-E1DF-73B525390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0D42-0C27-4888-86DD-C8CB9487E58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4C820-C760-1949-0815-0ED4DDE53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84896-C1B7-E3C3-052C-7BD0CFE12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5ABB4-A010-4C83-9469-3415FC2F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49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68ED79-8DB1-8F31-13B7-5D3383C0C3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7D5E64-AE85-B93F-B78E-2DA2F5311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1E0DC-27C4-A21E-D1E2-3C99456CF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0D42-0C27-4888-86DD-C8CB9487E58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D9C36-E40E-17EB-9C2E-18BA1CDC6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7B449-779B-1DFA-3531-73CE76508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5ABB4-A010-4C83-9469-3415FC2F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37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60384A-7E6B-2DF4-321F-8DAC7A273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2EBDB-22D8-8684-FC94-E53252150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CA493-F7F6-4D44-4566-970967E46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980D42-0C27-4888-86DD-C8CB9487E580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5A345-B73D-85BB-F314-1B554E253B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55965-FBD0-283B-A667-B42656309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05ABB4-A010-4C83-9469-3415FC2F0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01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ock Arc 1">
            <a:extLst>
              <a:ext uri="{FF2B5EF4-FFF2-40B4-BE49-F238E27FC236}">
                <a16:creationId xmlns:a16="http://schemas.microsoft.com/office/drawing/2014/main" id="{E83018C5-D908-1056-962E-FECC486C3021}"/>
              </a:ext>
            </a:extLst>
          </p:cNvPr>
          <p:cNvSpPr/>
          <p:nvPr/>
        </p:nvSpPr>
        <p:spPr>
          <a:xfrm>
            <a:off x="444500" y="698500"/>
            <a:ext cx="1841500" cy="1333500"/>
          </a:xfrm>
          <a:prstGeom prst="blockArc">
            <a:avLst>
              <a:gd name="adj1" fmla="val 7200"/>
              <a:gd name="adj2" fmla="val 10800"/>
              <a:gd name="adj3" fmla="val 25000"/>
            </a:avLst>
          </a:prstGeom>
          <a:solidFill>
            <a:srgbClr val="F7EAD9"/>
          </a:solidFill>
          <a:ln w="15875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3CDA3F-B75B-84A1-42BF-917628057013}"/>
              </a:ext>
            </a:extLst>
          </p:cNvPr>
          <p:cNvSpPr txBox="1"/>
          <p:nvPr/>
        </p:nvSpPr>
        <p:spPr>
          <a:xfrm>
            <a:off x="444500" y="2095500"/>
            <a:ext cx="1841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00">
                <a:latin typeface="Calibri" panose="020F0502020204030204" pitchFamily="34" charset="0"/>
              </a:rPr>
              <a:t>Block arc narrow</a:t>
            </a:r>
          </a:p>
        </p:txBody>
      </p:sp>
      <p:sp>
        <p:nvSpPr>
          <p:cNvPr id="4" name="Block Arc 3">
            <a:extLst>
              <a:ext uri="{FF2B5EF4-FFF2-40B4-BE49-F238E27FC236}">
                <a16:creationId xmlns:a16="http://schemas.microsoft.com/office/drawing/2014/main" id="{E21DA53F-2B8C-2DA7-BFC7-979E35980689}"/>
              </a:ext>
            </a:extLst>
          </p:cNvPr>
          <p:cNvSpPr/>
          <p:nvPr/>
        </p:nvSpPr>
        <p:spPr>
          <a:xfrm>
            <a:off x="2667000" y="698500"/>
            <a:ext cx="1841500" cy="1333500"/>
          </a:xfrm>
          <a:prstGeom prst="blockArc">
            <a:avLst>
              <a:gd name="adj1" fmla="val 19200"/>
              <a:gd name="adj2" fmla="val 27600"/>
              <a:gd name="adj3" fmla="val 25000"/>
            </a:avLst>
          </a:prstGeom>
          <a:solidFill>
            <a:srgbClr val="F7EAD9"/>
          </a:solidFill>
          <a:ln w="15875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B5C63F-ABA0-5D6E-3C9A-70285EDCB6A5}"/>
              </a:ext>
            </a:extLst>
          </p:cNvPr>
          <p:cNvSpPr txBox="1"/>
          <p:nvPr/>
        </p:nvSpPr>
        <p:spPr>
          <a:xfrm>
            <a:off x="2667000" y="2095500"/>
            <a:ext cx="1841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00">
                <a:latin typeface="Calibri" panose="020F0502020204030204" pitchFamily="34" charset="0"/>
              </a:rPr>
              <a:t>Block arc wide</a:t>
            </a:r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43CDA421-DEAC-4916-1C9C-4C1D36B054C3}"/>
              </a:ext>
            </a:extLst>
          </p:cNvPr>
          <p:cNvSpPr/>
          <p:nvPr/>
        </p:nvSpPr>
        <p:spPr>
          <a:xfrm>
            <a:off x="4889500" y="698500"/>
            <a:ext cx="1587500" cy="1333500"/>
          </a:xfrm>
          <a:prstGeom prst="foldedCorner">
            <a:avLst>
              <a:gd name="adj" fmla="val 16000"/>
            </a:avLst>
          </a:prstGeom>
          <a:solidFill>
            <a:srgbClr val="D9E7F7"/>
          </a:solidFill>
          <a:ln w="15875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C1CA0C-8D34-16B6-AD91-24814BF76852}"/>
              </a:ext>
            </a:extLst>
          </p:cNvPr>
          <p:cNvSpPr txBox="1"/>
          <p:nvPr/>
        </p:nvSpPr>
        <p:spPr>
          <a:xfrm>
            <a:off x="4889500" y="2095500"/>
            <a:ext cx="1587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00">
                <a:latin typeface="Calibri" panose="020F0502020204030204" pitchFamily="34" charset="0"/>
              </a:rPr>
              <a:t>Fold small</a:t>
            </a:r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8158D7E5-8166-3181-A3E7-FCBE9BDF05B6}"/>
              </a:ext>
            </a:extLst>
          </p:cNvPr>
          <p:cNvSpPr/>
          <p:nvPr/>
        </p:nvSpPr>
        <p:spPr>
          <a:xfrm>
            <a:off x="6921500" y="698500"/>
            <a:ext cx="1587500" cy="1333500"/>
          </a:xfrm>
          <a:prstGeom prst="foldedCorner">
            <a:avLst>
              <a:gd name="adj" fmla="val 42000"/>
            </a:avLst>
          </a:prstGeom>
          <a:solidFill>
            <a:srgbClr val="D9E7F7"/>
          </a:solidFill>
          <a:ln w="15875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16A4F4-ABE1-C385-7220-0C3D570FB16F}"/>
              </a:ext>
            </a:extLst>
          </p:cNvPr>
          <p:cNvSpPr txBox="1"/>
          <p:nvPr/>
        </p:nvSpPr>
        <p:spPr>
          <a:xfrm>
            <a:off x="6921500" y="2095500"/>
            <a:ext cx="1587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00">
                <a:latin typeface="Calibri" panose="020F0502020204030204" pitchFamily="34" charset="0"/>
              </a:rPr>
              <a:t>Fold large</a:t>
            </a:r>
          </a:p>
        </p:txBody>
      </p:sp>
      <p:sp>
        <p:nvSpPr>
          <p:cNvPr id="10" name="Rectangle: Beveled 9">
            <a:extLst>
              <a:ext uri="{FF2B5EF4-FFF2-40B4-BE49-F238E27FC236}">
                <a16:creationId xmlns:a16="http://schemas.microsoft.com/office/drawing/2014/main" id="{E2476A57-CFD8-D360-BB39-1688B8B30082}"/>
              </a:ext>
            </a:extLst>
          </p:cNvPr>
          <p:cNvSpPr/>
          <p:nvPr/>
        </p:nvSpPr>
        <p:spPr>
          <a:xfrm>
            <a:off x="698500" y="2667000"/>
            <a:ext cx="1587500" cy="1333500"/>
          </a:xfrm>
          <a:prstGeom prst="bevel">
            <a:avLst>
              <a:gd name="adj" fmla="val 12000"/>
            </a:avLst>
          </a:prstGeom>
          <a:solidFill>
            <a:srgbClr val="D9F0E2"/>
          </a:solidFill>
          <a:ln w="15875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79D768-9221-F725-2FAB-2ED94CAF417E}"/>
              </a:ext>
            </a:extLst>
          </p:cNvPr>
          <p:cNvSpPr txBox="1"/>
          <p:nvPr/>
        </p:nvSpPr>
        <p:spPr>
          <a:xfrm>
            <a:off x="698500" y="4064000"/>
            <a:ext cx="1587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00">
                <a:latin typeface="Calibri" panose="020F0502020204030204" pitchFamily="34" charset="0"/>
              </a:rPr>
              <a:t>Bevel thin</a:t>
            </a:r>
          </a:p>
        </p:txBody>
      </p:sp>
      <p:sp>
        <p:nvSpPr>
          <p:cNvPr id="12" name="Rectangle: Beveled 11">
            <a:extLst>
              <a:ext uri="{FF2B5EF4-FFF2-40B4-BE49-F238E27FC236}">
                <a16:creationId xmlns:a16="http://schemas.microsoft.com/office/drawing/2014/main" id="{A4DFB212-1EC5-5088-1DB2-0D3AE39CAEA1}"/>
              </a:ext>
            </a:extLst>
          </p:cNvPr>
          <p:cNvSpPr/>
          <p:nvPr/>
        </p:nvSpPr>
        <p:spPr>
          <a:xfrm>
            <a:off x="2857500" y="2667000"/>
            <a:ext cx="1587500" cy="1333500"/>
          </a:xfrm>
          <a:prstGeom prst="bevel">
            <a:avLst>
              <a:gd name="adj" fmla="val 34000"/>
            </a:avLst>
          </a:prstGeom>
          <a:solidFill>
            <a:srgbClr val="D9F0E2"/>
          </a:solidFill>
          <a:ln w="15875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788118-AC66-99CF-D9CA-5BC5EC2D690C}"/>
              </a:ext>
            </a:extLst>
          </p:cNvPr>
          <p:cNvSpPr txBox="1"/>
          <p:nvPr/>
        </p:nvSpPr>
        <p:spPr>
          <a:xfrm>
            <a:off x="2857500" y="4064000"/>
            <a:ext cx="1587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00">
                <a:latin typeface="Calibri" panose="020F0502020204030204" pitchFamily="34" charset="0"/>
              </a:rPr>
              <a:t>Bevel thick</a:t>
            </a:r>
          </a:p>
        </p:txBody>
      </p:sp>
      <p:sp>
        <p:nvSpPr>
          <p:cNvPr id="14" name="Pentagon 13">
            <a:extLst>
              <a:ext uri="{FF2B5EF4-FFF2-40B4-BE49-F238E27FC236}">
                <a16:creationId xmlns:a16="http://schemas.microsoft.com/office/drawing/2014/main" id="{849C6260-DFC7-F6C1-A2F2-E889F3BF3178}"/>
              </a:ext>
            </a:extLst>
          </p:cNvPr>
          <p:cNvSpPr/>
          <p:nvPr/>
        </p:nvSpPr>
        <p:spPr>
          <a:xfrm>
            <a:off x="5016500" y="2667000"/>
            <a:ext cx="1587500" cy="1333500"/>
          </a:xfrm>
          <a:prstGeom prst="pentagon">
            <a:avLst>
              <a:gd name="hf" fmla="val 18000"/>
              <a:gd name="vf" fmla="val 110557"/>
            </a:avLst>
          </a:prstGeom>
          <a:solidFill>
            <a:srgbClr val="EFDAE8"/>
          </a:solidFill>
          <a:ln w="15875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7D566A-199F-0F3C-5AB7-603F2066F7BE}"/>
              </a:ext>
            </a:extLst>
          </p:cNvPr>
          <p:cNvSpPr txBox="1"/>
          <p:nvPr/>
        </p:nvSpPr>
        <p:spPr>
          <a:xfrm>
            <a:off x="5016500" y="4064000"/>
            <a:ext cx="1587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00">
                <a:latin typeface="Calibri" panose="020F0502020204030204" pitchFamily="34" charset="0"/>
              </a:rPr>
              <a:t>Pent shallow</a:t>
            </a:r>
          </a:p>
        </p:txBody>
      </p:sp>
      <p:sp>
        <p:nvSpPr>
          <p:cNvPr id="16" name="Pentagon 15">
            <a:extLst>
              <a:ext uri="{FF2B5EF4-FFF2-40B4-BE49-F238E27FC236}">
                <a16:creationId xmlns:a16="http://schemas.microsoft.com/office/drawing/2014/main" id="{B9532859-A2F0-66F4-3BF5-CBFC04AC9EAB}"/>
              </a:ext>
            </a:extLst>
          </p:cNvPr>
          <p:cNvSpPr/>
          <p:nvPr/>
        </p:nvSpPr>
        <p:spPr>
          <a:xfrm>
            <a:off x="7048500" y="2667000"/>
            <a:ext cx="1587500" cy="1333500"/>
          </a:xfrm>
          <a:prstGeom prst="pentagon">
            <a:avLst>
              <a:gd name="hf" fmla="val 42000"/>
              <a:gd name="vf" fmla="val 110557"/>
            </a:avLst>
          </a:prstGeom>
          <a:solidFill>
            <a:srgbClr val="EFDAE8"/>
          </a:solidFill>
          <a:ln w="15875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568144-32D6-3158-9FBE-8172820070C3}"/>
              </a:ext>
            </a:extLst>
          </p:cNvPr>
          <p:cNvSpPr txBox="1"/>
          <p:nvPr/>
        </p:nvSpPr>
        <p:spPr>
          <a:xfrm>
            <a:off x="7048500" y="4064000"/>
            <a:ext cx="1587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00">
                <a:latin typeface="Calibri" panose="020F0502020204030204" pitchFamily="34" charset="0"/>
              </a:rPr>
              <a:t>Pent deep</a:t>
            </a:r>
          </a:p>
        </p:txBody>
      </p:sp>
      <p:sp>
        <p:nvSpPr>
          <p:cNvPr id="18" name="Cylinder 17">
            <a:extLst>
              <a:ext uri="{FF2B5EF4-FFF2-40B4-BE49-F238E27FC236}">
                <a16:creationId xmlns:a16="http://schemas.microsoft.com/office/drawing/2014/main" id="{E880CCF3-73DE-E88D-C635-F2E76A19909A}"/>
              </a:ext>
            </a:extLst>
          </p:cNvPr>
          <p:cNvSpPr/>
          <p:nvPr/>
        </p:nvSpPr>
        <p:spPr>
          <a:xfrm>
            <a:off x="1206500" y="4635500"/>
            <a:ext cx="1587500" cy="1333500"/>
          </a:xfrm>
          <a:prstGeom prst="can">
            <a:avLst>
              <a:gd name="adj" fmla="val 12000"/>
            </a:avLst>
          </a:prstGeom>
          <a:solidFill>
            <a:srgbClr val="CCF2FF"/>
          </a:solidFill>
          <a:ln w="15875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D93AE1-6BAC-32DA-67E1-967097B59FD0}"/>
              </a:ext>
            </a:extLst>
          </p:cNvPr>
          <p:cNvSpPr txBox="1"/>
          <p:nvPr/>
        </p:nvSpPr>
        <p:spPr>
          <a:xfrm>
            <a:off x="1206500" y="6032500"/>
            <a:ext cx="1587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00">
                <a:latin typeface="Calibri" panose="020F0502020204030204" pitchFamily="34" charset="0"/>
              </a:rPr>
              <a:t>Can flat</a:t>
            </a:r>
          </a:p>
        </p:txBody>
      </p:sp>
      <p:sp>
        <p:nvSpPr>
          <p:cNvPr id="20" name="Cylinder 19">
            <a:extLst>
              <a:ext uri="{FF2B5EF4-FFF2-40B4-BE49-F238E27FC236}">
                <a16:creationId xmlns:a16="http://schemas.microsoft.com/office/drawing/2014/main" id="{E4745876-3F16-7ED3-D30C-0BFC6D9B70F3}"/>
              </a:ext>
            </a:extLst>
          </p:cNvPr>
          <p:cNvSpPr/>
          <p:nvPr/>
        </p:nvSpPr>
        <p:spPr>
          <a:xfrm>
            <a:off x="3429000" y="4635500"/>
            <a:ext cx="1587500" cy="1333500"/>
          </a:xfrm>
          <a:prstGeom prst="can">
            <a:avLst>
              <a:gd name="adj" fmla="val 34000"/>
            </a:avLst>
          </a:prstGeom>
          <a:solidFill>
            <a:srgbClr val="CCF2FF"/>
          </a:solidFill>
          <a:ln w="15875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2A26CA-A1D8-DB36-C92E-7CEEF558AC39}"/>
              </a:ext>
            </a:extLst>
          </p:cNvPr>
          <p:cNvSpPr txBox="1"/>
          <p:nvPr/>
        </p:nvSpPr>
        <p:spPr>
          <a:xfrm>
            <a:off x="3429000" y="6032500"/>
            <a:ext cx="1587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00">
                <a:latin typeface="Calibri" panose="020F0502020204030204" pitchFamily="34" charset="0"/>
              </a:rPr>
              <a:t>Can tall</a:t>
            </a:r>
          </a:p>
        </p:txBody>
      </p:sp>
      <p:sp>
        <p:nvSpPr>
          <p:cNvPr id="22" name="Heart 21">
            <a:extLst>
              <a:ext uri="{FF2B5EF4-FFF2-40B4-BE49-F238E27FC236}">
                <a16:creationId xmlns:a16="http://schemas.microsoft.com/office/drawing/2014/main" id="{F3280751-CC03-9373-FD19-D4B9E9A23336}"/>
              </a:ext>
            </a:extLst>
          </p:cNvPr>
          <p:cNvSpPr/>
          <p:nvPr/>
        </p:nvSpPr>
        <p:spPr>
          <a:xfrm>
            <a:off x="5778500" y="4635500"/>
            <a:ext cx="1587500" cy="1333500"/>
          </a:xfrm>
          <a:prstGeom prst="heart">
            <a:avLst/>
          </a:prstGeom>
          <a:solidFill>
            <a:srgbClr val="CCCCF4"/>
          </a:solidFill>
          <a:ln w="15875"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497361-55A7-56FE-F9C0-2684D88E2B57}"/>
              </a:ext>
            </a:extLst>
          </p:cNvPr>
          <p:cNvSpPr txBox="1"/>
          <p:nvPr/>
        </p:nvSpPr>
        <p:spPr>
          <a:xfrm>
            <a:off x="5778500" y="6032500"/>
            <a:ext cx="1587500" cy="1692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100">
                <a:latin typeface="Calibri" panose="020F0502020204030204" pitchFamily="34" charset="0"/>
              </a:rPr>
              <a:t>Heart</a:t>
            </a:r>
          </a:p>
        </p:txBody>
      </p:sp>
    </p:spTree>
    <p:extLst>
      <p:ext uri="{BB962C8B-B14F-4D97-AF65-F5344CB8AC3E}">
        <p14:creationId xmlns:p14="http://schemas.microsoft.com/office/powerpoint/2010/main" val="2386425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2026-05-16T12:32:16Z</dcterms:created>
  <dcterms:modified xsi:type="dcterms:W3CDTF">2026-05-16T12:32:16Z</dcterms:modified>
</cp:coreProperties>
</file>