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3F6F-8C5A-948F-1F56-161C8CF9F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51E5D-FA29-8C96-2E50-30B5DB1F9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78FF4-3E42-1526-FB48-2A5A8F1B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2B04A-18FE-D588-A5AB-C278C0F3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B3A3-2FCD-8BEE-AB71-ECB80679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2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5833-386E-26DD-5BA3-1A7EB78D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A39E-F6F7-D852-48EE-D8E02AD72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A2033-5D90-3F90-E825-07D64A66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3373D-FEE1-5077-70F4-47B139A1A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5540A-EB0B-0032-2324-F4F0B444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FB5D-E295-7E58-C438-B8F9058F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481A1-FE57-B07B-6B37-F065489EF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CE29E-E268-E020-0325-F4ABCCF8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1B268-C16D-6E61-9999-77203D77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390E3-CCD0-EA2E-EF48-53B503ED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6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2561-7571-3488-58E2-0DF8EF76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A40B1-048B-3BDC-735F-772D646F3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54E9A-6979-3FE9-0772-B2A8CA934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212F3-E46A-18E9-4246-9AC67538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64A2B-F004-3B9E-8B99-8C63069C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A2671-E713-9720-1247-37AF0322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0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FEC9-D424-BFF2-F5E9-D7590BB6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A60A4-8FBD-014B-D9E5-7ED3F2A8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A4F67-5662-D969-E989-0915B2CC6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03332-E3CB-B1B5-77AE-4C114E325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71636-2792-604D-2475-EE1812C5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E3203-CF21-B186-6200-791F84AD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5A72A-CF69-6043-C3B3-64EB3F1E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B4704-0D4C-978C-9E82-C6D210BB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3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59B5-F20D-FD42-CAC9-A42811155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0E07F-28AB-2FA4-EF60-3741DF11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6C8E1-438B-8838-608A-92CB219F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6938D-60E8-F10B-1A22-9EA9DF13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2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2426D-05A6-C2FB-E3E4-B0D5BCCD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E65BF-5D58-FD23-C6B5-E519A7BD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7FCD-A638-DE53-BF3E-6F532F26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3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D371-50ED-9EC6-5721-262DE96A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6285-5FAC-E85C-5006-FA8EB30D0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1896E-8FFE-1BF8-6BF2-56527134B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C3867-E7E4-A83C-C7E2-698ECF32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23757-E463-EA82-5E83-73DEFC1E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2DFC3-E744-D7F1-1481-F173377A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4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CF37-E531-1FD2-044B-5B93272A4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CB650-F8ED-986F-EF4D-C9E4931E2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4CD43-85A1-DF45-B627-3395515B7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DB940-61DD-5438-6C0A-A8AEB4B48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4247D-116E-268A-9734-86B6058E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B90CF-F064-8358-00B0-3151636C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8371-66B7-B034-628B-17DDD344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53419-1B67-A39B-0E43-5760FD1B4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F17DE-2597-30ED-6158-6F1D66B7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BBBAE-0859-78C0-3DB6-EF2236CE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891E-9B7D-A241-40A6-60655FB5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9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9EE1A-C6C8-16A2-433E-B10247F06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86A29-7227-6179-17E8-171941750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1BC22-BD2E-9924-694B-BA88DF50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0033A-E8CC-4A2E-0C67-49B9A127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1F639-6EC9-9866-A2AF-72D20CD4D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6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F66F4-09A4-86D2-CA35-05EF524F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F8540-CF92-57C5-9160-A5BFD368F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7AD7D-5712-6ED9-2F89-4490FC1AD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CC3BF-E3EB-4CCC-B5B4-FD9B82C3BAE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D1C8A-39DB-EEEE-73BE-721BB69FC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01546-9A64-2073-5B15-6E77D983C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23827-4213-452A-8989-AC1DC109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2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on 1">
            <a:extLst>
              <a:ext uri="{FF2B5EF4-FFF2-40B4-BE49-F238E27FC236}">
                <a16:creationId xmlns:a16="http://schemas.microsoft.com/office/drawing/2014/main" id="{AF371664-F2C0-13C5-821A-BAF02692BC9D}"/>
              </a:ext>
            </a:extLst>
          </p:cNvPr>
          <p:cNvSpPr/>
          <p:nvPr/>
        </p:nvSpPr>
        <p:spPr>
          <a:xfrm>
            <a:off x="1206500" y="1206500"/>
            <a:ext cx="1905000" cy="2032000"/>
          </a:xfrm>
          <a:prstGeom prst="moon">
            <a:avLst>
              <a:gd name="adj" fmla="val 18000"/>
            </a:avLst>
          </a:prstGeom>
          <a:solidFill>
            <a:srgbClr val="F7EAD9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80738-615C-27A7-0105-EC296CB10885}"/>
              </a:ext>
            </a:extLst>
          </p:cNvPr>
          <p:cNvSpPr txBox="1"/>
          <p:nvPr/>
        </p:nvSpPr>
        <p:spPr>
          <a:xfrm>
            <a:off x="889000" y="3340100"/>
            <a:ext cx="254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Moon thin</a:t>
            </a:r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5E9ABBAF-A75E-7A99-AC4B-6E7226DA1AF8}"/>
              </a:ext>
            </a:extLst>
          </p:cNvPr>
          <p:cNvSpPr/>
          <p:nvPr/>
        </p:nvSpPr>
        <p:spPr>
          <a:xfrm>
            <a:off x="3937000" y="1206500"/>
            <a:ext cx="1905000" cy="2032000"/>
          </a:xfrm>
          <a:prstGeom prst="moon">
            <a:avLst>
              <a:gd name="adj" fmla="val 52000"/>
            </a:avLst>
          </a:prstGeom>
          <a:solidFill>
            <a:srgbClr val="F7EAD9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D3BE8-8DDF-7047-4400-28FE14C51404}"/>
              </a:ext>
            </a:extLst>
          </p:cNvPr>
          <p:cNvSpPr txBox="1"/>
          <p:nvPr/>
        </p:nvSpPr>
        <p:spPr>
          <a:xfrm>
            <a:off x="3619500" y="3340100"/>
            <a:ext cx="254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Moon wide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338ED077-BD99-6C5F-EFA6-62E7EE34AE1A}"/>
              </a:ext>
            </a:extLst>
          </p:cNvPr>
          <p:cNvSpPr/>
          <p:nvPr/>
        </p:nvSpPr>
        <p:spPr>
          <a:xfrm>
            <a:off x="6413500" y="1206500"/>
            <a:ext cx="1016000" cy="2159000"/>
          </a:xfrm>
          <a:prstGeom prst="leftBrace">
            <a:avLst>
              <a:gd name="adj1" fmla="val 10000"/>
              <a:gd name="adj2" fmla="val 18000"/>
            </a:avLst>
          </a:prstGeom>
          <a:solidFill>
            <a:srgbClr val="D9E7F7"/>
          </a:solidFill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559FD-EB88-AF51-1A07-068F87A9E171}"/>
              </a:ext>
            </a:extLst>
          </p:cNvPr>
          <p:cNvSpPr txBox="1"/>
          <p:nvPr/>
        </p:nvSpPr>
        <p:spPr>
          <a:xfrm>
            <a:off x="6096000" y="3467100"/>
            <a:ext cx="165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Left brace sharp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8EA26BE-3214-64B2-2DD8-572586712F90}"/>
              </a:ext>
            </a:extLst>
          </p:cNvPr>
          <p:cNvSpPr/>
          <p:nvPr/>
        </p:nvSpPr>
        <p:spPr>
          <a:xfrm>
            <a:off x="8255000" y="1206500"/>
            <a:ext cx="1016000" cy="2159000"/>
          </a:xfrm>
          <a:prstGeom prst="leftBrace">
            <a:avLst>
              <a:gd name="adj1" fmla="val 32000"/>
              <a:gd name="adj2" fmla="val 45000"/>
            </a:avLst>
          </a:prstGeom>
          <a:solidFill>
            <a:srgbClr val="D9E7F7"/>
          </a:solidFill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36ECE-D522-6E96-E9E0-8E9AAD15AA37}"/>
              </a:ext>
            </a:extLst>
          </p:cNvPr>
          <p:cNvSpPr txBox="1"/>
          <p:nvPr/>
        </p:nvSpPr>
        <p:spPr>
          <a:xfrm>
            <a:off x="7937500" y="3467100"/>
            <a:ext cx="165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Left brace round</a:t>
            </a:r>
          </a:p>
        </p:txBody>
      </p:sp>
    </p:spTree>
    <p:extLst>
      <p:ext uri="{BB962C8B-B14F-4D97-AF65-F5344CB8AC3E}">
        <p14:creationId xmlns:p14="http://schemas.microsoft.com/office/powerpoint/2010/main" val="184193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2026-05-16T12:34:50Z</dcterms:created>
  <dcterms:modified xsi:type="dcterms:W3CDTF">2026-05-16T12:34:50Z</dcterms:modified>
</cp:coreProperties>
</file>