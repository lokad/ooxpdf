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1828800" y="914400"/>
            <a:ext cx="4572000" cy="3657600"/>
          </a:xfrm>
          <a:prstGeom prst="chevron">
            <a:avLst>
              <a:gd name="adj" fmla="val 1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