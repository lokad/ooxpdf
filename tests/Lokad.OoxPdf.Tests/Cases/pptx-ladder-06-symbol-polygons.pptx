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0FE4-8A38-62AE-B902-B3504AF12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FE698-90D1-F11D-94AF-2D829F056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4807D-199B-B4EA-1063-7154EC41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B1BFD-DD30-008E-D4C2-B94D51A4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CCE4-2512-B49A-B4A4-0D223B89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8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E946-9C7A-504A-C97D-4D1EFEDE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80113-179F-3383-32CA-E0DD03F63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B1DA4-4A7C-DB14-C2FC-236E02AE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A1B2D-A9BD-B658-B555-A96DC85D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1AD8-804B-5697-44DD-ED781EFF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1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78B4-0AD2-9D07-C495-BBFBD52E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F675D-2310-978D-E32B-84B6D0BE3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52F50-FD79-E5E3-96EB-65004C23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179F-1B16-8E7D-9955-07716A5E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A7C2C-64DA-D2D9-2C2D-51E5CE6C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0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837E-4A63-D292-70F6-0CCD2B7E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11F35-4D43-6BD9-9CD7-D7583F86D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CD253-29AC-6EE1-9BD2-776E97B80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4959E-30BA-499F-1588-A2A39898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CFF34-AD31-87B9-9E8D-14DB4189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81615-3091-CC27-1E7E-9FB7D119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8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72FE-CD64-35A7-3620-7C77C0520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B5DF1-5B2A-B193-AB86-75BE50C55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F2285-9DB2-406A-2C70-B7F5D61C3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C2B3C-28F7-64E6-C4AC-9A0D70B8E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B47B4-4DCC-DFDD-FC97-BFA6A82F5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E305D-549D-99CF-3E6A-C320A5F7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F4419-F1C5-525C-F9F3-52443AF6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2A16D-1784-B7B5-CADA-89FCE198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8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BB0BD-DE1F-E9EC-4C95-07CACDAC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C8D9D-BA15-FCC6-3C76-BCE032D4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02C63-3C1D-11BB-0C65-F46935D2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57E76-8ECA-EB23-6481-445C40CA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6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6D5633-B506-394A-929E-3390CB1A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762FF-5D49-3B0B-3162-0842CEEDB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EB757-55CB-96C6-5594-00AD6750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4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3B43-BA5D-F414-7601-659B20EB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DE2F-011E-A2A6-1720-9249D2218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86C73-F072-B2A8-784D-E3F8EBEE2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A0B33-FA8B-F1D0-487D-11CEA8BA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03732-0559-AF59-32AE-E2390ADB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C2EC3-9E02-6DC2-1B24-989B42B9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3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3BFD-D3B4-7152-48C3-7924006C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29392-A3E7-7E75-C10F-B85521A6F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C056B-5095-9BE6-4256-180D532ED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721C2-2473-34F9-7CAA-07B2A784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BA247-0CE6-CD88-1B59-F307EF74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F38F9-BEBB-2324-F31D-4DD7F799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2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1A80-03D9-7B52-5549-4A4A2E19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7A413-7B06-DF3F-3CCC-0DFB6A31D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054A1-D71C-E30E-FE87-3D1A90E6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2A8E-B4A6-BA0E-3590-09A4ED6C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FEBE6-FFEC-131B-5709-7714BC9D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6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181DE-0799-6635-E302-048DBF948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8F9F8-6C74-0A12-BA53-C239F12EB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88536-7563-BAC0-6482-6FCF3ECD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D9567-68AA-B43A-43B9-919AC3B66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6F06F-BAC8-D3B1-5C91-1663AE61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3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68C43-3EFE-F52C-4E61-84EE491D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92137-955D-87FD-EFEF-B1349D65F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2C475-8BDF-9D67-41DC-032DE4DEF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5E19B-337F-4EC9-8CEB-E8E55A92F0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6400C-6D0B-C9AF-3036-A1D52814A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FD297-5584-0804-48C2-741D8F528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30022-FA3C-47DA-A713-36869847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79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oss 1">
            <a:extLst>
              <a:ext uri="{FF2B5EF4-FFF2-40B4-BE49-F238E27FC236}">
                <a16:creationId xmlns:a16="http://schemas.microsoft.com/office/drawing/2014/main" id="{70E74979-B1E6-D794-C981-04D7F966F938}"/>
              </a:ext>
            </a:extLst>
          </p:cNvPr>
          <p:cNvSpPr/>
          <p:nvPr/>
        </p:nvSpPr>
        <p:spPr>
          <a:xfrm>
            <a:off x="2057400" y="1905000"/>
            <a:ext cx="1828800" cy="1828800"/>
          </a:xfrm>
          <a:prstGeom prst="plus">
            <a:avLst/>
          </a:prstGeom>
          <a:solidFill>
            <a:srgbClr val="4488EB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3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2026-05-15T19:16:56Z</dcterms:created>
  <dcterms:modified xsi:type="dcterms:W3CDTF">2026-05-15T19:16:56Z</dcterms:modified>
</cp:coreProperties>
</file>