
<file path=[Content_Types].xml><?xml version="1.0" encoding="utf-8"?>
<Types xmlns="http://schemas.openxmlformats.org/package/2006/content-types">
  <Default Extension="jpeg" ContentType="image/jpeg"/>
  <Default Extension="png" ContentType="image/png"/>
  <Default Extension="bmp" ContentType="image/bmp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drop"/>
          <p:cNvSpPr/>
          <p:nvPr/>
        </p:nvSpPr>
        <p:spPr>
          <a:xfrm>
            <a:off x="1828800" y="1828800"/>
            <a:ext cx="5486400" cy="3086100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10A347-F5C4-B690-25A9-F38EC5EB329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828800"/>
            <a:ext cx="54864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4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