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AE910-19CC-266C-1C4B-104EF25B9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CD60C-97FC-194A-C143-151234D68D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CF8AC-2002-FFF3-7B35-B72F1159B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1CC38-C517-4D1A-8389-D08865D9CF1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C522B-D567-54D1-3867-969399CA1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1BE1B-3B6F-D0B1-A3B9-3CDDDF3F8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7082-B8BB-4373-B02A-CFDD600D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833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7E96F-E1C3-2207-1204-C7D256107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A1E1F-DDE3-2FAC-AB06-AACAE349E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10F2E-890E-C68D-767C-587368401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1CC38-C517-4D1A-8389-D08865D9CF1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C9365-62E1-6534-DFF6-DDC832C20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782B1-23E8-DF5B-8AB9-6664FB5AC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7082-B8BB-4373-B02A-CFDD600D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632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55449-6BA2-25A3-CE35-7E6252532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D62CD-E93F-3A2A-1D7C-C436345E2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4D2FE-9443-44D2-BF0C-F6E3100DF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1CC38-C517-4D1A-8389-D08865D9CF1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5998C-26D7-A62A-ADED-5F8072A88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95DE5-AE8E-85D3-3340-371E2C18B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7082-B8BB-4373-B02A-CFDD600D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965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3E443-4DD8-A5B8-87F8-E05ABE2CD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3D9B9-A9CB-B9C9-B396-20CA57F9AF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176067-06A2-7AD2-B345-5136E9D68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52E40-A57D-F4D1-D435-3E5F7AE0A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1CC38-C517-4D1A-8389-D08865D9CF1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ABB59-D2EE-724A-D886-C0457F0D9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966097-CA27-3C4E-EB2F-37280160E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7082-B8BB-4373-B02A-CFDD600D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072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A943F-5212-32D8-E20E-8034A02BF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219C7-D9CA-7AEA-3300-7DB4EA236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0FA57-290F-9402-75F8-EA8CB1B2D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6085DC-25FB-CF61-72F2-AA7EA59451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993FDC-7A03-B6EE-260E-056DDC2409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DC2CF2-7E9F-39D1-B716-AD4B8EBD3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1CC38-C517-4D1A-8389-D08865D9CF1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24FB1F-8B28-658B-D179-3F59E8F8A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3F0439-69C4-FF0C-24F0-3FD66D06A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7082-B8BB-4373-B02A-CFDD600D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379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B35F5-AC37-3174-A41E-4E5761D8E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4E3FC9-165D-CAA0-3344-BB68F253A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1CC38-C517-4D1A-8389-D08865D9CF1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6F1E4-3AD9-7BB4-D244-1E4D5360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207F96-F933-1877-5DDA-23F6F25FF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7082-B8BB-4373-B02A-CFDD600D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874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13E712-3C32-7ED6-F788-2F5C71F79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1CC38-C517-4D1A-8389-D08865D9CF1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7BACA9-C283-B232-18D9-F598AFA0C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00DF2-75B6-D107-9923-C08F5FB7E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7082-B8BB-4373-B02A-CFDD600D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698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5A70F-5D89-B3AA-EA3D-B5F7CC240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09E58-F79F-DC5F-5311-5CF57EB2E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632229-C06B-C040-23AB-467CC7B361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655A6-239D-637A-D277-B74E62AAE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1CC38-C517-4D1A-8389-D08865D9CF1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DEE74-1194-2982-79F5-BD277B8FB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A017F-5DD1-B8EE-3951-F07D50401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7082-B8BB-4373-B02A-CFDD600D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017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80665-CA36-DBFD-6383-1EE1CAA60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4667AA-EAB1-31BC-98CC-E4519E806A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A2E7-6EFB-3C80-6EFB-C64ACED95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0E4CA-E33E-3D14-AEAE-695890822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1CC38-C517-4D1A-8389-D08865D9CF1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09483-D907-62EB-6452-DB858EEC0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39153E-FD1C-0B9F-AC89-2BCDB39D8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7082-B8BB-4373-B02A-CFDD600D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445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4F48C-56E8-992B-36A2-EFAA1A989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8B462E-2B34-718F-1306-CE7B5A1AA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A9941-17F2-2144-4F64-6E442C16F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1CC38-C517-4D1A-8389-D08865D9CF1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FEC2E-45AA-624E-DF8D-10866B6D3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7F846-8775-CDE4-8F69-26934381D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7082-B8BB-4373-B02A-CFDD600D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063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0065FF-D1A6-DE1A-0E6B-4669562050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F314BE-849D-A10A-D64F-311E30858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E3650-3321-48DB-EC29-2561F18BF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1CC38-C517-4D1A-8389-D08865D9CF1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1193E-7C3E-D3E2-17B4-8C2B7ECD6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216B4-703F-AC22-9C08-32DF5B47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7082-B8BB-4373-B02A-CFDD600D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774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3AD538-CDD7-9A24-FF6D-53E3CC9A5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43AF6-1F0D-B5EB-E6E3-0C47E715F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1D8E3-8092-0CF3-6FE0-1C7418372B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A1CC38-C517-4D1A-8389-D08865D9CF1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EDF00-CDEB-795D-0E6E-2392B6F5DC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73154-37A8-0B25-CC31-E371299A2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5B7082-B8BB-4373-B02A-CFDD600D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702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414DB8B-C19B-5A60-DCC5-B9F20B91DB53}"/>
              </a:ext>
            </a:extLst>
          </p:cNvPr>
          <p:cNvSpPr/>
          <p:nvPr/>
        </p:nvSpPr>
        <p:spPr>
          <a:xfrm>
            <a:off x="3200400" y="2133600"/>
            <a:ext cx="2743200" cy="1962150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137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2026-05-16T08:32:35Z</dcterms:created>
  <dcterms:modified xsi:type="dcterms:W3CDTF">2026-05-16T08:32:35Z</dcterms:modified>
</cp:coreProperties>
</file>