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ropped Picture"/>
          <p:cNvPicPr>
            <a:picLocks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1828800" y="182880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