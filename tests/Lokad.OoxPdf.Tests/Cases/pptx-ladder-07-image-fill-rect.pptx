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10A347-F5C4-B690-25A9-F38EC5EB329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25000" t="10000" r="25000" b="10000"/>
          </a:stretch>
        </p:blipFill>
        <p:spPr>
          <a:xfrm>
            <a:off x="1828800" y="1828800"/>
            <a:ext cx="54864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4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