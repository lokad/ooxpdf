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lipped Pictur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828800" y="182880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