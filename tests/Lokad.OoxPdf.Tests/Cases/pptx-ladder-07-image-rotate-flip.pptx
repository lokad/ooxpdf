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otate Flip Pictur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743200" y="18288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