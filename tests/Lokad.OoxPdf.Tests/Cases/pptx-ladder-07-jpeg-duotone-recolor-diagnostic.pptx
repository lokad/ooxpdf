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JPEG Picture"/>
          <p:cNvPicPr/>
          <p:nvPr/>
        </p:nvPicPr>
        <p:blipFill>
          <a:blip r:embed="rId2">
            <a:duotone>
              <a:srgbClr val="1F2937"/>
              <a:srgbClr val="FDE68A"/>
            </a:duotone>
            <a:alphaModFix amt="65000"/>
          </a:blip>
          <a:stretch>
            <a:fillRect/>
          </a:stretch>
        </p:blipFill>
        <p:spPr>
          <a:xfrm>
            <a:off x="914400" y="914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