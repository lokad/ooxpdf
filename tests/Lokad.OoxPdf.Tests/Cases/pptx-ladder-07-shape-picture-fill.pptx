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Fill Shape"/>
          <p:cNvSpPr/>
          <p:nvPr/>
        </p:nvSpPr>
        <p:spPr>
          <a:xfrm>
            <a:off x="1828800" y="1828800"/>
            <a:ext cx="5486400" cy="308610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25000" t="10000" r="25000" b="10000"/>
            </a:stretch>
          </a:blipFill>
        </p:spPr>
      </p:sp>
    </p:spTree>
    <p:extLst>
      <p:ext uri="{BB962C8B-B14F-4D97-AF65-F5344CB8AC3E}">
        <p14:creationId xmlns:p14="http://schemas.microsoft.com/office/powerpoint/2010/main" val="3629147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