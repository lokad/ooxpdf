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C6C1-7DCC-C6D1-C97B-8B044C386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2F2B8-E136-3357-461B-DD0E8FB5D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C058-36C4-1612-13AA-EE5E777C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136C4-EE40-3E55-965B-A0D04A2C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A6CF3-A257-F8C4-EE1A-68A8B58B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8D51-55B2-8804-9486-9162BF6E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6F341-6C01-CEC3-87C6-BED5F5E5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45270-23DD-076D-AB1C-6EC04106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D83F6-559B-DAE2-4CBF-4DA8155E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71418-13D1-8B27-FDB7-F498AC0A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1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1A94A-EE86-2407-62D4-B061E987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3E438-EEEA-8BF8-D4D2-DA74C6741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8989F-64EC-2F7F-6854-F4E2531F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188A-A3B2-0388-5F96-F1BFB6F9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0D33E-88B6-A1DE-FAAF-E777F5BD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4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5B46-1CBE-0206-C6F9-78A76720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9BBF-4283-8BD0-2D9D-65F552C5F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2316F-4294-7B99-33A9-D25358E32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D6BF9-50E5-8A1E-BE17-A09AFCF37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F86D6-977D-49D5-3CD1-DF9EAF17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D1AEE-1C7B-9B5C-920E-9D219D88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8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8D56-44CE-BB93-0DE1-100EA05B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45EAF-BDF8-3150-C11E-122CD02DA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7F99B-93E2-20C8-F537-45C0BCD3C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C63D6-FD42-7524-16F6-D12D2505A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9CD7D-FE02-7D9B-6A99-418A127DA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D2D1A-DB67-93D5-697E-B13F1CB8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0F466-4BCC-A0B1-8DE2-9BBAD6A5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D4617-CEB5-8F06-5706-E7AEEEE7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CC1F-F752-39C6-C86F-52375BA6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EA2EA-98EA-33E7-DD60-A20AD1DF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4F770-49F7-209C-5B5A-494020B2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72D80-4721-3597-3370-ECC72BE0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7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BEE63-B4B1-EF80-C662-191B3C4C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7F32F-C474-FCA8-03C4-DF581984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6B5BB-EF83-6DA7-B951-E2F155FC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3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1202-5874-7037-3974-2B27D00B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89A7-5CDB-07BC-001C-556688720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1CF2D-DFF5-7905-F50E-3DF235A6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9E147-C7DB-9CC7-1BAF-5DE65173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B3966-46BA-FD3C-9CD9-3932183E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B5E84-3B7E-E3B7-7D05-E9DDF4D0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42B6-E4E3-1511-EEF2-55DE1BF2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F543D-B73B-E494-3F7C-883B0D96F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BE85A-14FA-3F7D-2DED-CCD28B785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956DB-C888-18B6-17E9-BC234CEF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09358-4B26-8D67-41C2-DFF1F5A1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11ED4-44A2-ABC7-1B88-392034B1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0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44FF-DD34-E5C5-AF29-8EEDF1B6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A5FCB-8E75-0C52-2861-B1B53F3F6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6B952-BB66-50F6-A2D9-214913F8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FA66B-9EC5-6B8B-6831-CBCB5DF4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E1937-379A-1B2C-8A9E-510FD834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79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C4230-2D83-EF11-391C-A4E95A925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6DF6C-C065-45FB-5BB2-823EF4BBA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8E204-08EB-0F2B-0F2D-3A9CED70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B6FC5-58A2-DB1E-9AED-26F07820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81FEA-6158-0126-297B-722ED8B4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4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DE650-5D5F-C373-6A0F-C98C7C40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12857-DA95-C59D-9399-644D4C466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8ECDF-5E3C-3A68-22C7-58CCADDAA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FC64C-F19A-424B-A4DE-990846F3C7C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78694-0817-8762-81FE-1FEB994BC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82CA2-A7AE-9706-47F1-942411874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D80DE-A7C3-4708-B02B-3DDE66914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2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0AF753-A047-E0C8-ABE4-54F53D26EAD7}"/>
              </a:ext>
            </a:extLst>
          </p:cNvPr>
          <p:cNvSpPr/>
          <p:nvPr/>
        </p:nvSpPr>
        <p:spPr>
          <a:xfrm>
            <a:off x="914400" y="1371600"/>
            <a:ext cx="3657600" cy="2743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89D759-2111-E107-844B-DF86B45C4467}"/>
              </a:ext>
            </a:extLst>
          </p:cNvPr>
          <p:cNvSpPr/>
          <p:nvPr/>
        </p:nvSpPr>
        <p:spPr>
          <a:xfrm>
            <a:off x="5943600" y="1371600"/>
            <a:ext cx="3657600" cy="2743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0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3829A4-6A10-326F-BF03-490BA14F440B}"/>
              </a:ext>
            </a:extLst>
          </p:cNvPr>
          <p:cNvSpPr/>
          <p:nvPr/>
        </p:nvSpPr>
        <p:spPr>
          <a:xfrm>
            <a:off x="1828800" y="914400"/>
            <a:ext cx="5486400" cy="3657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>
                <a:latin typeface="Calibri" panose="020F0502020204030204" pitchFamily="34" charset="0"/>
              </a:rPr>
              <a:t>Text inside a rounded rectangle</a:t>
            </a:r>
          </a:p>
        </p:txBody>
      </p:sp>
    </p:spTree>
    <p:extLst>
      <p:ext uri="{BB962C8B-B14F-4D97-AF65-F5344CB8AC3E}">
        <p14:creationId xmlns:p14="http://schemas.microsoft.com/office/powerpoint/2010/main" val="370756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6D6712-D285-D698-D7BC-D64A35FEDA37}"/>
              </a:ext>
            </a:extLst>
          </p:cNvPr>
          <p:cNvSpPr/>
          <p:nvPr/>
        </p:nvSpPr>
        <p:spPr>
          <a:xfrm>
            <a:off x="1371600" y="914400"/>
            <a:ext cx="6400800" cy="4572000"/>
          </a:xfrm>
          <a:prstGeom prst="rect">
            <a:avLst/>
          </a:prstGeom>
          <a:solidFill>
            <a:srgbClr val="F7EA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74590-940B-B4E9-D7EC-B1435B4092F5}"/>
              </a:ext>
            </a:extLst>
          </p:cNvPr>
          <p:cNvSpPr txBox="1"/>
          <p:nvPr/>
        </p:nvSpPr>
        <p:spPr>
          <a:xfrm>
            <a:off x="1828800" y="1828800"/>
            <a:ext cx="54864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latin typeface="Calibri" panose="020F0502020204030204" pitchFamily="34" charset="0"/>
              </a:rPr>
              <a:t>Overlaid Title</a:t>
            </a:r>
          </a:p>
          <a:p>
            <a:pPr algn="ctr"/>
            <a:r>
              <a:rPr lang="en-US">
                <a:latin typeface="Calibri" panose="020F0502020204030204" pitchFamily="34" charset="0"/>
              </a:rPr>
              <a:t>Body text overlaid on a rectangle shape</a:t>
            </a:r>
          </a:p>
        </p:txBody>
      </p:sp>
    </p:spTree>
    <p:extLst>
      <p:ext uri="{BB962C8B-B14F-4D97-AF65-F5344CB8AC3E}">
        <p14:creationId xmlns:p14="http://schemas.microsoft.com/office/powerpoint/2010/main" val="35523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54528C-62A6-4A3B-F867-68DF6E6B90D9}"/>
              </a:ext>
            </a:extLst>
          </p:cNvPr>
          <p:cNvSpPr/>
          <p:nvPr/>
        </p:nvSpPr>
        <p:spPr>
          <a:xfrm>
            <a:off x="914400" y="457200"/>
            <a:ext cx="2286000" cy="1645920"/>
          </a:xfrm>
          <a:prstGeom prst="rect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C5B651-EE92-6004-8D17-4C627C08A3D6}"/>
              </a:ext>
            </a:extLst>
          </p:cNvPr>
          <p:cNvSpPr/>
          <p:nvPr/>
        </p:nvSpPr>
        <p:spPr>
          <a:xfrm>
            <a:off x="4114800" y="457200"/>
            <a:ext cx="2286000" cy="1645920"/>
          </a:xfrm>
          <a:prstGeom prst="ellipse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29EFE49-FF13-5B17-E317-AB49AC08BCDA}"/>
              </a:ext>
            </a:extLst>
          </p:cNvPr>
          <p:cNvSpPr/>
          <p:nvPr/>
        </p:nvSpPr>
        <p:spPr>
          <a:xfrm>
            <a:off x="7315200" y="457200"/>
            <a:ext cx="2286000" cy="1645920"/>
          </a:xfrm>
          <a:prstGeom prst="diamond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2DF04B05-C88A-A66B-B754-45E7C99D3933}"/>
              </a:ext>
            </a:extLst>
          </p:cNvPr>
          <p:cNvSpPr/>
          <p:nvPr/>
        </p:nvSpPr>
        <p:spPr>
          <a:xfrm>
            <a:off x="914400" y="2468880"/>
            <a:ext cx="2286000" cy="1645920"/>
          </a:xfrm>
          <a:prstGeom prst="hexagon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0C7A6846-2A3A-4B4C-ACDA-C40E069B6A3D}"/>
              </a:ext>
            </a:extLst>
          </p:cNvPr>
          <p:cNvSpPr/>
          <p:nvPr/>
        </p:nvSpPr>
        <p:spPr>
          <a:xfrm>
            <a:off x="4114800" y="2468880"/>
            <a:ext cx="2286000" cy="1645920"/>
          </a:xfrm>
          <a:prstGeom prst="star5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DC205890-AC77-1BE8-F420-BBB04159BF57}"/>
              </a:ext>
            </a:extLst>
          </p:cNvPr>
          <p:cNvSpPr/>
          <p:nvPr/>
        </p:nvSpPr>
        <p:spPr>
          <a:xfrm>
            <a:off x="7315200" y="2468880"/>
            <a:ext cx="2286000" cy="1645920"/>
          </a:xfrm>
          <a:prstGeom prst="heart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16FEB2FB-54DE-7529-F7AB-81E995AFEA74}"/>
              </a:ext>
            </a:extLst>
          </p:cNvPr>
          <p:cNvSpPr/>
          <p:nvPr/>
        </p:nvSpPr>
        <p:spPr>
          <a:xfrm>
            <a:off x="914400" y="4480560"/>
            <a:ext cx="2286000" cy="1645920"/>
          </a:xfrm>
          <a:prstGeom prst="plus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7333F40-454F-35A7-79A4-CDFF727BB54D}"/>
              </a:ext>
            </a:extLst>
          </p:cNvPr>
          <p:cNvSpPr/>
          <p:nvPr/>
        </p:nvSpPr>
        <p:spPr>
          <a:xfrm>
            <a:off x="4114800" y="4480560"/>
            <a:ext cx="2286000" cy="1645920"/>
          </a:xfrm>
          <a:prstGeom prst="rightArrow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99AC51CE-3908-0E85-B583-3A6C680CDEFB}"/>
              </a:ext>
            </a:extLst>
          </p:cNvPr>
          <p:cNvSpPr/>
          <p:nvPr/>
        </p:nvSpPr>
        <p:spPr>
          <a:xfrm>
            <a:off x="7315200" y="4480560"/>
            <a:ext cx="2286000" cy="1645920"/>
          </a:xfrm>
          <a:prstGeom prst="donut">
            <a:avLst/>
          </a:prstGeom>
          <a:solidFill>
            <a:srgbClr val="D9F0E2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02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8E4DE-A999-BA06-037D-892E047168E7}"/>
              </a:ext>
            </a:extLst>
          </p:cNvPr>
          <p:cNvSpPr txBox="1"/>
          <p:nvPr/>
        </p:nvSpPr>
        <p:spPr>
          <a:xfrm>
            <a:off x="457200" y="457200"/>
            <a:ext cx="3657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Left-aligned Arial Bold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06AFD-E2A3-9053-C664-B1F5D1C9F037}"/>
              </a:ext>
            </a:extLst>
          </p:cNvPr>
          <p:cNvSpPr txBox="1"/>
          <p:nvPr/>
        </p:nvSpPr>
        <p:spPr>
          <a:xfrm>
            <a:off x="5029200" y="457200"/>
            <a:ext cx="457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2000" i="1">
                <a:latin typeface="Georgia" panose="02040502050405020303" pitchFamily="18" charset="0"/>
              </a:rPr>
              <a:t>Right-aligned Georgia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9016E-3255-1AF9-E60B-58C9547C48B6}"/>
              </a:ext>
            </a:extLst>
          </p:cNvPr>
          <p:cNvSpPr txBox="1"/>
          <p:nvPr/>
        </p:nvSpPr>
        <p:spPr>
          <a:xfrm>
            <a:off x="457200" y="2743200"/>
            <a:ext cx="914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>
                <a:latin typeface="Calibri" panose="020F0502020204030204" pitchFamily="34" charset="0"/>
              </a:rPr>
              <a:t>Centered Calibri - Lorem ipsum dolor sit amet, consectetur adipiscing elit.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B7460-C90D-9FEF-5B16-54795378C1F8}"/>
              </a:ext>
            </a:extLst>
          </p:cNvPr>
          <p:cNvSpPr txBox="1"/>
          <p:nvPr/>
        </p:nvSpPr>
        <p:spPr>
          <a:xfrm>
            <a:off x="457200" y="5029200"/>
            <a:ext cx="914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</a:rPr>
              <a:t>Monospace: code_sample = function(x) { return x * 2; }</a:t>
            </a:r>
          </a:p>
        </p:txBody>
      </p:sp>
    </p:spTree>
    <p:extLst>
      <p:ext uri="{BB962C8B-B14F-4D97-AF65-F5344CB8AC3E}">
        <p14:creationId xmlns:p14="http://schemas.microsoft.com/office/powerpoint/2010/main" val="420543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BD176D-359F-0245-F723-6C74E3AE4173}"/>
              </a:ext>
            </a:extLst>
          </p:cNvPr>
          <p:cNvSpPr/>
          <p:nvPr/>
        </p:nvSpPr>
        <p:spPr>
          <a:xfrm>
            <a:off x="457200" y="914400"/>
            <a:ext cx="3200400" cy="36576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Blue Box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30003A-F190-D3C5-D4D9-74A2F65D75E4}"/>
              </a:ext>
            </a:extLst>
          </p:cNvPr>
          <p:cNvSpPr/>
          <p:nvPr/>
        </p:nvSpPr>
        <p:spPr>
          <a:xfrm>
            <a:off x="4114800" y="914400"/>
            <a:ext cx="3200400" cy="3657600"/>
          </a:xfrm>
          <a:prstGeom prst="ellipse">
            <a:avLst/>
          </a:prstGeom>
          <a:solidFill>
            <a:srgbClr val="FF4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Red Oval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804F50AE-6AB1-9081-B18C-BA2BD4E4ED07}"/>
              </a:ext>
            </a:extLst>
          </p:cNvPr>
          <p:cNvSpPr/>
          <p:nvPr/>
        </p:nvSpPr>
        <p:spPr>
          <a:xfrm>
            <a:off x="7772400" y="914400"/>
            <a:ext cx="3200400" cy="3657600"/>
          </a:xfrm>
          <a:prstGeom prst="hexag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Green Hex</a:t>
            </a:r>
          </a:p>
        </p:txBody>
      </p:sp>
    </p:spTree>
    <p:extLst>
      <p:ext uri="{BB962C8B-B14F-4D97-AF65-F5344CB8AC3E}">
        <p14:creationId xmlns:p14="http://schemas.microsoft.com/office/powerpoint/2010/main" val="163515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2026-05-16T12:38:14Z</dcterms:created>
  <dcterms:modified xsi:type="dcterms:W3CDTF">2026-05-16T12:38:14Z</dcterms:modified>
</cp:coreProperties>
</file>