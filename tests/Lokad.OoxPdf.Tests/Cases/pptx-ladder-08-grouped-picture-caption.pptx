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B825-ACE5-5CD2-8EFF-A1DD352AC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A2902-550B-EF27-A8D9-60CB058EB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7E0D9-B248-FA57-5750-E26D2898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37941-8E89-1AC1-B1AF-92BEE67A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3A079-D237-65BE-C61F-2A870334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A7A8-AE2E-D78B-FAA2-8888B196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3B3A-4352-F555-4C3E-346E70FC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38818-B270-F8D4-A813-985740C1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63A7-A275-1DC4-F3F9-10FA5D81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1F79-6D4D-C20E-F972-BBD1EA6C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73DA-0E94-EE54-5691-DE3CC511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45968-E1D0-FF35-2FF5-B97602318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3718-BC24-34EB-6CF1-F655F608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5CE5-5082-1ED7-9AD3-934D240C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3B1EF-0EC7-3124-30E9-84702FB3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4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DBF5-31E4-AB98-81B7-F0C56656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257C-A32B-F6B5-6EF7-11F28A3B0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7EF00-3C20-68AB-6DB7-893FAF7BE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CC186-9E11-75D8-4B7D-A6317CCB3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3439E-0FC2-09AE-8539-B60D065A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43B3E-599E-0CB2-67DE-0D423481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6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55C2-D92E-DB36-E2EC-B53D5B09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CE21-6C4D-36E3-F394-18DB2EFEC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14A74-C8A9-AA02-9364-02FFCBCB1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F2ACB-5543-4286-90BA-B0D012FBA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F196F-5246-9B53-85D8-10391B403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27483-9501-4CDF-3180-43B67E87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20ADA-3C77-9348-E92C-2FBB6A82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A782D-1140-3CE2-C40F-8EAD2A37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4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D28D-7E7E-1E0F-BE4D-0C6547CF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1194-DE0A-5378-83B7-99259D4D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DAA49-9971-77FC-12AC-1B277349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8F5FA-8DD7-B25C-19F3-35D0563A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4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214E8-E9B5-E15A-82FC-C24BD5C1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B1C5E-A249-B0AC-164D-8866C419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1D87F-5258-C5D1-2B8F-C134C707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4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9FB9-8C28-A7B3-617D-5D8F93CF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3D79-7359-3987-A91F-4A0D954B9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760BC-1708-4EC0-613B-147A65B12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2AC7-FA19-8579-AA6D-16022A6F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1B84C-8286-5238-154E-4DEBFF78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14366-1DFB-28F3-B775-AB86995F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A90B-610E-5D2C-974C-007743F8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77226A-6896-20C8-EE46-2D9656E27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2E7B2-A30C-56EF-E979-1ED914961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4DAE4-58A8-BC21-DE84-1C577114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0D62B-F242-8DE2-D081-20C05578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F5597-FCEA-E9D9-00B6-E9EE5E9E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3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A39E-0602-EE11-7B7B-54263E2A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E8322-9226-F00B-6D46-2328A6A38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E87CA-A663-B32D-2694-EB9465DD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579EE-88A3-5A11-F517-454F8F70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A6ED7-752E-32C7-BEBC-64752E5B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46BA4-5D3B-3AE9-ABB4-426E33A42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19FDA-4950-3064-41D0-632743CB9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FF40-6611-7F63-3D7B-2B6FD777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22FC0-6520-8AD9-CC1F-707CEDAA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9764-14CB-37D3-CCB0-D995FADD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0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C09F4-8DDF-B544-8DC4-BF381277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DFFED-3752-EA7E-BB0F-BBCB9E042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BE93-F1A4-BCD1-2021-0DA038C40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23200-FBE8-4C6D-9B3E-E47A73AC43D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AE514-8A98-2644-D18D-60FF90ACC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3D5BE-2153-8F2B-1E16-22B5E437E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E53F2-CF1F-4852-B8C9-188C75E2B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0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132F47-E599-5066-AEB1-95C90A028245}"/>
              </a:ext>
            </a:extLst>
          </p:cNvPr>
          <p:cNvGrpSpPr/>
          <p:nvPr/>
        </p:nvGrpSpPr>
        <p:grpSpPr>
          <a:xfrm>
            <a:off x="2667000" y="1600200"/>
            <a:ext cx="2133600" cy="1600200"/>
            <a:chOff x="1574800" y="1219200"/>
            <a:chExt cx="1727200" cy="10990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FB220B6-AEEA-1C50-5631-6D0A20281065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1219200"/>
              <a:ext cx="1219200" cy="8128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911CA6-6012-A88B-C98B-69A90DCDE3A0}"/>
                </a:ext>
              </a:extLst>
            </p:cNvPr>
            <p:cNvSpPr txBox="1"/>
            <p:nvPr/>
          </p:nvSpPr>
          <p:spPr>
            <a:xfrm>
              <a:off x="1574800" y="2133600"/>
              <a:ext cx="1727200" cy="184666"/>
            </a:xfrm>
            <a:prstGeom prst="rect">
              <a:avLst/>
            </a:prstGeom>
            <a:noFill/>
          </p:spPr>
          <p:txBody>
            <a:bodyPr vert="horz" lIns="45720" tIns="0" rIns="45720" bIns="0" rtlCol="0">
              <a:noAutofit/>
            </a:bodyPr>
            <a:lstStyle/>
            <a:p>
              <a:pPr algn="ctr"/>
              <a:r>
                <a:rPr lang="en-US" sz="1200" i="1">
                  <a:solidFill>
                    <a:srgbClr val="222222"/>
                  </a:solidFill>
                  <a:latin typeface="Cambria Math" panose="02040503050406030204" pitchFamily="18" charset="0"/>
                </a:rPr>
                <a:t>Public caption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87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2026-05-16T09:40:33Z</dcterms:created>
  <dcterms:modified xsi:type="dcterms:W3CDTF">2026-05-16T09:40:33Z</dcterms:modified>
</cp:coreProperties>
</file>