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icture Group"/>
          <p:cNvGrpSpPr/>
          <p:nvPr/>
        </p:nvGrpSpPr>
        <p:grpSpPr>
          <a:xfrm>
            <a:off x="1828800" y="1371600"/>
            <a:ext cx="3657600" cy="1828800"/>
            <a:chOff x="0" y="0"/>
            <a:chExt cx="1828800" cy="914400"/>
          </a:xfrm>
        </p:grpSpPr>
        <p:pic>
          <p:nvPicPr>
            <p:cNvPr id="3" name="Grouped Picture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8288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