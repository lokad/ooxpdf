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F10-94D3-DCF2-122E-0BA14FB3F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304D2-F6AE-CAE8-065F-79A7B543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1503-B1D5-617A-E9FF-3D1F7A77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2941-53F4-1587-2268-32F090FA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888-FCB5-E132-706A-7AC2C37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9CB8-09C4-2E78-288A-70321AD0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5455-9D32-221B-0964-C578CD8E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2087-1400-882F-F8F4-43D0D2B8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52EE-DE87-D26A-1E47-393E4F8F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ADD4-4D58-78DF-9790-BD2F684F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2E9D-9894-E387-C5D8-1B04BB58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AE9E-7C4C-C3AF-5C02-1F890991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14967-9DB2-4D9E-79DD-EB2CC222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A784-DBC5-A284-C7DA-088FF37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11AD-4B39-F8BE-A7F6-0048B386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C072-146A-7F19-8383-AC8B537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BCE7-7CC2-5BA7-37D3-30B9B98BA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AAB4-3F9F-D3D7-E771-626FD580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AB5E3-4A7F-3C68-0181-A576F0F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DD29-81E5-3463-7966-1A7EC653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005D2-F978-CA5A-9358-10E1008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3F13-ED1C-2D49-B270-FC852B1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48B6-B3F8-B243-6136-B1C4EDD5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6208-77D4-3CD3-DB76-4F32FFBFD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9B2B8-9B1E-AB87-67A3-526D9959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7BE76-1541-EE95-7877-70AAA4E30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FA2DB-4F7E-96FD-370E-09A13507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88209-2C96-7CA8-C0A1-30E50AF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7CF99-2727-AA5F-75EC-98735CC0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D882-2BCD-BBD2-EF8A-4DAF31BB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53F27-7663-4074-168A-C56921ED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49F67-5390-0762-0A94-04BD2849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9472D-8BBF-53F4-C3AF-FD117323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345AC-B3AC-69C4-390E-D40D65E2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3BF8A-066D-C091-5F63-93B9ABA5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F860-E328-13B9-90FC-F8CAB345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84EB-ED5C-F39D-6C0C-B1D41108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C8F0-E789-24A6-3FF8-1746FF76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DA9F-5985-8D00-23D5-776CEAD85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47855-D4C9-B7DD-DB3B-F78FF2F5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C5019-9DC8-9A71-66BD-BB69F846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9B7B-13E7-421C-F91C-17A7B99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3BD-6BA2-5ADF-B143-00F71FE8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96397-C535-C191-2878-65C658A9C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7A640-107B-A829-2321-B40021F00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4DA33-2B62-8D19-143F-7A76C160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151F-230A-5572-837F-73EB5D8F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7178D-9A3A-4BE0-003F-BF60F5B1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6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2E77-0E02-41BE-DE96-8590E32E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BB5D4-D4FD-BB2C-D626-EDEDA4D3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3B94-D9A7-66F2-4960-B1C6D57B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0624-8F67-3E7D-E05D-AFF34D14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A1E1-2C6C-327C-2B6F-30DA45D6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0403-793B-87C8-85C5-729F0C7F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A0454-A55A-E65F-F24B-9D526927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C1F9-2165-FB00-009E-043939CD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EC30-E6D3-79A3-D03E-0FDA7797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611A-1DF6-8340-85C6-0BE53871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EAED-4474-9D86-A5D1-ED69B833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0F71-92B0-AD02-D4B7-612CF633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A38E-A134-34CC-21E0-6D5B4D058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306C-57BC-C07E-8B90-5D665EFCF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231C-A110-F7FE-9574-D50D899A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"/>
          <p:cNvGrpSpPr/>
          <p:nvPr/>
        </p:nvGrpSpPr>
        <p:grpSpPr>
          <a:xfrm>
            <a:off x="914400" y="914400"/>
            <a:ext cx="2743200" cy="1828800"/>
            <a:chOff x="0" y="0"/>
            <a:chExt cx="1371600" cy="914400"/>
          </a:xfrm>
        </p:grpSpPr>
        <p:sp>
          <p:nvSpPr>
            <p:cNvPr id="3" name="Grouped Rect"/>
            <p:cNvSpPr/>
            <p:nvPr/>
          </p:nvSpPr>
          <p:spPr>
            <a:xfrm>
              <a:off x="0" y="0"/>
              <a:ext cx="685800" cy="457200"/>
            </a:xfrm>
            <a:prstGeom prst="rect">
              <a:avLst/>
            </a:prstGeom>
            <a:solidFill>
              <a:srgbClr val="FF0000"/>
            </a:solidFill>
          </p:spPr>
        </p:sp>
        <p:sp>
          <p:nvSpPr>
            <p:cNvPr id="4" name="Grouped Ellipse"/>
            <p:cNvSpPr/>
            <p:nvPr/>
          </p:nvSpPr>
          <p:spPr>
            <a:xfrm>
              <a:off x="685800" y="457200"/>
              <a:ext cx="685800" cy="457200"/>
            </a:xfrm>
            <a:prstGeom prst="ellipse">
              <a:avLst/>
            </a:prstGeom>
            <a:solidFill>
              <a:srgbClr val="00AA00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