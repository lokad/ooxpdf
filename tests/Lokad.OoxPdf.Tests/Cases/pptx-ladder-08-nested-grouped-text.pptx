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5F10-94D3-DCF2-122E-0BA14FB3F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304D2-F6AE-CAE8-065F-79A7B543B3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61503-B1D5-617A-E9FF-3D1F7A77A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02941-53F4-1587-2268-32F090FA6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2E888-FCB5-E132-706A-7AC2C37DE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27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59CB8-09C4-2E78-288A-70321AD00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75455-9D32-221B-0964-C578CD8E9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72087-1400-882F-F8F4-43D0D2B8B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B52EE-DE87-D26A-1E47-393E4F8FF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6ADD4-4D58-78DF-9790-BD2F684F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42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72E9D-9894-E387-C5D8-1B04BB58E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8AE9E-7C4C-C3AF-5C02-1F890991F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14967-9DB2-4D9E-79DD-EB2CC222C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7A784-DBC5-A284-C7DA-088FF371F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411AD-4B39-F8BE-A7F6-0048B386B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235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CC072-146A-7F19-8383-AC8B5372C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1BCE7-7CC2-5BA7-37D3-30B9B98BAB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6AAB4-3F9F-D3D7-E771-626FD5800F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9AB5E3-4A7F-3C68-0181-A576F0F7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3DD29-81E5-3463-7966-1A7EC6531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005D2-F978-CA5A-9358-10E100832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04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03F13-ED1C-2D49-B270-FC852B1F6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348B6-B3F8-B243-6136-B1C4EDD5E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D6208-77D4-3CD3-DB76-4F32FFBFD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E9B2B8-9B1E-AB87-67A3-526D99598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D7BE76-1541-EE95-7877-70AAA4E306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0FA2DB-4F7E-96FD-370E-09A13507D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988209-2C96-7CA8-C0A1-30E50AFDC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47CF99-2727-AA5F-75EC-98735CC04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50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DD882-2BCD-BBD2-EF8A-4DAF31BB6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653F27-7663-4074-168A-C56921ED3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649F67-5390-0762-0A94-04BD2849D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F9472D-8BBF-53F4-C3AF-FD1173231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9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3345AC-B3AC-69C4-390E-D40D65E20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33BF8A-066D-C091-5F63-93B9ABA5D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8F860-E328-13B9-90FC-F8CAB345B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29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384EB-ED5C-F39D-6C0C-B1D411088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C8F0-E789-24A6-3FF8-1746FF766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96DA9F-5985-8D00-23D5-776CEAD85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47855-D4C9-B7DD-DB3B-F78FF2F58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C5019-9DC8-9A71-66BD-BB69F8466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29B7B-13E7-421C-F91C-17A7B99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62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53BD-6BA2-5ADF-B143-00F71FE88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E96397-C535-C191-2878-65C658A9C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F7A640-107B-A829-2321-B40021F00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4DA33-2B62-8D19-143F-7A76C160C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3151F-230A-5572-837F-73EB5D8F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7178D-9A3A-4BE0-003F-BF60F5B11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168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F2E77-0E02-41BE-DE96-8590E32E4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6BB5D4-D4FD-BB2C-D626-EDEDA4D3F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13B94-D9A7-66F2-4960-B1C6D57BB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10624-8F67-3E7D-E05D-AFF34D14E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3A1E1-2C6C-327C-2B6F-30DA45D65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559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10403-793B-87C8-85C5-729F0C7F81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EA0454-A55A-E65F-F24B-9D526927F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AC1F9-2165-FB00-009E-043939CD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9EC30-E6D3-79A3-D03E-0FDA77979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2611A-1DF6-8340-85C6-0BE538711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99EAED-4474-9D86-A5D1-ED69B833D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30F71-92B0-AD02-D4B7-612CF6331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4A38E-A134-34CC-21E0-6D5B4D058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4306C-57BC-C07E-8B90-5D665EFCF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4231C-A110-F7FE-9574-D50D899AF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86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uter Group"/>
          <p:cNvGrpSpPr/>
          <p:nvPr/>
        </p:nvGrpSpPr>
        <p:grpSpPr>
          <a:xfrm>
            <a:off x="914400" y="914400"/>
            <a:ext cx="3657600" cy="1828800"/>
            <a:chOff x="0" y="0"/>
            <a:chExt cx="1828800" cy="914400"/>
          </a:xfrm>
        </p:grpSpPr>
        <p:grpSp>
          <p:nvGrpSpPr>
            <p:cNvPr id="3" name="Inner Group"/>
            <p:cNvGrpSpPr/>
            <p:nvPr/>
          </p:nvGrpSpPr>
          <p:grpSpPr>
            <a:xfrm>
              <a:off x="457200" y="228600"/>
              <a:ext cx="914400" cy="457200"/>
              <a:chOff x="0" y="0"/>
              <a:chExt cx="914400" cy="457200"/>
            </a:xfrm>
          </p:grpSpPr>
          <p:sp>
            <p:nvSpPr>
              <p:cNvPr id="4" name="Nested Text"/>
              <p:cNvSpPr txBox="1"/>
              <p:nvPr/>
            </p:nvSpPr>
            <p:spPr>
              <a:xfrm>
                <a:off x="0" y="0"/>
                <a:ext cx="9144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anchor="t"/>
              <a:lstStyle/>
              <a:p>
                <a:pPr algn="l"/>
                <a:r>
                  <a:rPr lang="en-US" sz="2400">
                    <a:solidFill>
                      <a:srgbClr val="000000"/>
                    </a:solidFill>
                    <a:latin typeface="Arial"/>
                  </a:rPr>
                  <a:t>Grouped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