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0BDA-F364-BB1A-8086-A08F240DA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334D0-1218-CA17-AC76-41397B72D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C12DB-1FAA-B38D-D9D8-737D91E6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AE8A5-350B-22E3-D2F2-29E9DD95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268D-6123-B289-B13C-F0CA557B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8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8737-B53F-C62C-91DC-F86AEAFF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C0876-FCA2-82BE-ABD8-537E38D4F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04ED8-6E25-2E77-75AF-E1645475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99C00-7F22-E205-87C0-C13FCF7A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212F9-6EC4-CB75-F370-2B7F876B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2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F745-669B-6710-11B3-F72CB4FC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48A50-3177-44FB-54AE-ACCD1842D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66A65-72EB-D058-43F3-8B0D2520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B576-F279-3129-D24B-41EAB970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C05CE-5B69-8192-4299-25C1E162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2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998D-53F3-DBB7-D3F7-046F9AEE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5CEF-D954-C47D-B1E2-FC0189E36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45129-6F22-6CBA-2F31-3420D7F8C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1E1E4-4CF2-1643-210A-E2874278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D22B7-8641-E914-508C-30665AE7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3CC3D-31F4-302A-05D7-D9357450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2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9947-2B79-EF17-E41F-B3D7D140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9EE3-5A82-FCDB-ADA8-CB72800F3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95FFC-2F96-CF2F-52F4-13D9A6B86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2DA74-9500-4828-BC38-DE87F6F47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424D9-589B-AFF6-EABC-AD0E936BF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19817-49EF-B6BD-9AAF-980FCC62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46EAF-BCE0-0F0F-0375-CC5F2C82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7C2D6-3214-FA10-F97F-3841AD8C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4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E307-77A1-7F47-E13B-4E8C8F64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86496-5258-E963-FC5A-26F78D2B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D4E6F-1285-A155-67A6-FA523B4F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5449F-F131-5B41-159C-86A32D2C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1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EFD16-538F-9C96-5F5F-62F88629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B0EB7-664F-54E8-9CF0-0927E670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F375-F022-7B7C-32E7-C81C9475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2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0729-FEF4-8ED3-2032-C29720DC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5A5E-EA79-E800-163F-0AC955B6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8A9F5-9633-8053-3D0A-6AF019178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668AD-AA6B-DEA6-743C-5241AE3D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345C1-86EF-D914-B32A-134868D3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CA9A9-E2BD-7CAA-E995-18885916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7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6F118-455A-C527-C80D-E57CB5CC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798C1-68F0-BB7B-1E17-B28866474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127C-7D9E-CFB2-D00B-8B1FF6A1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A0506-9D4A-386B-4817-55F6ACDA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B167A-39F0-8C0E-B8A0-096901BC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A71F2-E74A-C463-E26D-BE3D5025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1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5E8B-C8DF-4087-0E10-C590A95A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93356-8B51-F717-3BB0-A5BD886DF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CAA14-F38F-61FA-9127-27F090C41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9F0BC-4A0F-86A0-D028-D7D59F30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FA323-68DA-A64D-B03F-00028532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8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1150A-D540-C033-ED17-CC80CF912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FCE11-1610-3E50-159C-0B72BC3ED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AB3FE-4758-FFE9-F046-65D053B0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68C5-0FA1-BA12-68DF-E38B10D3C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47A82-BF8E-D665-A7E5-36BAA070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3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5ABBD-B16D-1880-554D-6F2B5FE7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05C94-F5D6-D2C3-8387-2E7C9F968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E6AB0-8A05-F2D4-83FB-8368484D2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92E9F-4622-49E1-9C08-1B9906FF8D3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0A9EA-E026-5C26-AA0B-71FF16E49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074CE-34E2-23BB-098E-D3299324F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C8DF1-A2D7-4200-AADF-82B92EE4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1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DA16AC-7871-C798-E6F0-863F787FF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001300"/>
              </p:ext>
            </p:extLst>
          </p:nvPr>
        </p:nvGraphicFramePr>
        <p:xfrm>
          <a:off x="18288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70286930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4497518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11046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E1E1E"/>
                          </a:solidFill>
                          <a:latin typeface="Arial" panose="020B0604020202020204" pitchFamily="34" charset="0"/>
                        </a:rPr>
                        <a:t>Cell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3721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4EFF1EC-49F3-4B96-5FCB-2386C6DCC637}"/>
              </a:ext>
            </a:extLst>
          </p:cNvPr>
          <p:cNvSpPr/>
          <p:nvPr/>
        </p:nvSpPr>
        <p:spPr>
          <a:xfrm>
            <a:off x="2743200" y="2286000"/>
            <a:ext cx="27432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latin typeface="Arial" panose="020B0604020202020204" pitchFamily="34" charset="0"/>
              </a:rPr>
              <a:t>Cover</a:t>
            </a:r>
          </a:p>
        </p:txBody>
      </p:sp>
    </p:spTree>
    <p:extLst>
      <p:ext uri="{BB962C8B-B14F-4D97-AF65-F5344CB8AC3E}">
        <p14:creationId xmlns:p14="http://schemas.microsoft.com/office/powerpoint/2010/main" val="170564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2026-05-15T16:46:28Z</dcterms:created>
  <dcterms:modified xsi:type="dcterms:W3CDTF">2026-05-15T16:46:28Z</dcterms:modified>
</cp:coreProperties>
</file>