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11F2-EC47-D965-8C4C-0D247F1F2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89AF4-5350-4801-D011-A684A7E3A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97552-9103-A3EB-DB02-C6FB7BAA3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E4A8-4D9F-4B56-8E0B-21EA3E7EE18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88D9-437A-031C-5D5A-5D857A36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0ACB0-2E52-C389-2FD5-F600C05C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BA27-3704-431B-8F8D-162E6A483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98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4D5FE-6B77-FA48-EB2E-A2E651F9D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3CC88-6DCD-7A01-3B16-71299097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8BCA6-FAFE-B31F-D24A-4C982BCEC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E4A8-4D9F-4B56-8E0B-21EA3E7EE18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554DF-7EA0-7FDB-54A1-224BF2FF4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78573-C8A1-1244-0BEB-B880679D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BA27-3704-431B-8F8D-162E6A483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2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1724-F63E-8DA2-7702-911DBF327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BB31F-C830-304D-5B9B-DDF6C0A99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E0954-0D0C-2D21-FECF-EC23A30A2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E4A8-4D9F-4B56-8E0B-21EA3E7EE18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F5F5B-DA90-923E-EDE6-BFED1A7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68E09-A2FC-951B-2558-1C79E5AC4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BA27-3704-431B-8F8D-162E6A483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75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4EBB-EA99-70C1-E08E-2EF11E6D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8CB00-962E-4536-EF81-7E8D3E173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E79A7-1CD3-3257-F3C6-6117034D0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2690E-6385-455F-7706-25F658173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E4A8-4D9F-4B56-8E0B-21EA3E7EE18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41A40-77B1-DA5B-76DE-EF824493D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BF7D8-2C5B-682E-A12E-3707D4FC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BA27-3704-431B-8F8D-162E6A483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765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81235-30A2-D2FC-85EE-A144A3338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80CE4-92F4-302E-D84B-193A8E031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59FA6-C285-77D2-11BF-4858CFF1C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11977F-87B2-F3C1-DCA8-AAE36702C3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2BFD8-BE23-EE65-011E-0878C19F6B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C2E803-5C17-D974-C01D-4DFA5547A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E4A8-4D9F-4B56-8E0B-21EA3E7EE18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D89D72-CE08-B1EB-F734-8CD8FC74C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658681-4646-4BEA-B9D6-FED40EC0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BA27-3704-431B-8F8D-162E6A483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8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0582B-E5CD-4BC4-8AEA-20F8BEC09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27345C-A076-A65F-E21D-BEA27F448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E4A8-4D9F-4B56-8E0B-21EA3E7EE18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D046A-6D5A-BA4D-FD5D-AD7F17A87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048F2-978B-792A-D3FE-6A51EACFD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BA27-3704-431B-8F8D-162E6A483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357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CDE76B-B75F-9AE1-0640-5B1C2778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E4A8-4D9F-4B56-8E0B-21EA3E7EE18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DB53D0-EA2D-6B74-96D0-9618F1E16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DBABD-FBC0-7D49-7BF2-B876A2C29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BA27-3704-431B-8F8D-162E6A483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37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92B8-CC40-FB4E-AF30-76F6865FF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64F82-5AFA-4C75-C89C-5059CBC44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829AC-7A05-0753-BAB5-662253862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5C224-800A-D1BD-8CDE-2F73DDD27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E4A8-4D9F-4B56-8E0B-21EA3E7EE18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4ECEC-273C-CEAA-A899-B9C8ADF48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FC824-ABE8-B979-0D75-60587048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BA27-3704-431B-8F8D-162E6A483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52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1C974-92C2-45F2-23F6-18DD7203B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8CFF35-2FCA-98C5-460A-F762416C16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1E3DF-779A-3FC4-02EE-8672C4D41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B24EA-8413-F21B-F116-E5BAF460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E4A8-4D9F-4B56-8E0B-21EA3E7EE18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90E46-8856-73E0-5C6B-93C8DB23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02428-10D4-9FF6-3625-DF6A5640F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BA27-3704-431B-8F8D-162E6A483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57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F1E6E-99CE-B128-F8CC-6EC2C2CF0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06795-B89B-09A8-6F2E-90C3BFB8B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9ED10-FEE6-2CB4-92F4-FC7563961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E4A8-4D9F-4B56-8E0B-21EA3E7EE18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DA884-3DF1-E952-0FB8-65D218542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571AD-7DCF-1410-D055-3A705765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BA27-3704-431B-8F8D-162E6A483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32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D1F07E-8862-B124-F27B-CBEF8DF321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8AC0C-5E9C-5F40-CFAC-90AC58ED5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ED412-27FB-9FBE-FA70-1FD6ECA2B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3E4A8-4D9F-4B56-8E0B-21EA3E7EE18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2FFFB-A576-9538-292A-F1F13CB3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9536E-3010-D14E-B81F-8AFF0B74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BA27-3704-431B-8F8D-162E6A483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53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E1E9B-6D72-2336-4E49-F3E3FFFB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1F47A-16D2-D8D2-1F7A-45A44448E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2E37C-862A-81E9-698B-099443372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3E4A8-4D9F-4B56-8E0B-21EA3E7EE18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2CE60-54AB-4B1A-6C09-D4358C431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D7F4D-E7D8-9F3B-C7F3-200689D72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07BA27-3704-431B-8F8D-162E6A483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07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59BD9B-1F52-0867-BDE8-8AF6E5DFEB79}"/>
              </a:ext>
            </a:extLst>
          </p:cNvPr>
          <p:cNvSpPr/>
          <p:nvPr/>
        </p:nvSpPr>
        <p:spPr>
          <a:xfrm>
            <a:off x="2286000" y="1905000"/>
            <a:ext cx="4572000" cy="3048000"/>
          </a:xfrm>
          <a:prstGeom prst="rect">
            <a:avLst/>
          </a:prstGeom>
          <a:solidFill>
            <a:srgbClr val="DDE2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6D6403-9AE6-93D0-70BB-F9109E861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340128"/>
              </p:ext>
            </p:extLst>
          </p:nvPr>
        </p:nvGraphicFramePr>
        <p:xfrm>
          <a:off x="3048000" y="2514600"/>
          <a:ext cx="304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160335742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EB5757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938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457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2026-05-15T18:42:00Z</dcterms:created>
  <dcterms:modified xsi:type="dcterms:W3CDTF">2026-05-15T18:42:00Z</dcterms:modified>
</cp:coreProperties>
</file>