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E32C-174C-30EB-92D7-AC18D6F2E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77FFB-D8FC-6B31-B6C3-4085A19B1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0F7D9-28E8-2C13-14FD-0041C3A5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BCAA5-1987-A07C-F946-36280122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05CDD-C821-4046-C38B-E28391CA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4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649C-FFE0-6DB7-7B5E-3868C0B6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0192-09FC-1EE5-3184-58080004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B7BB4-C4B4-0992-1F71-39781BDF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96076-5435-C412-860A-481A69B5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950E1-8130-C165-2E09-1D9D133C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2F332-6530-9306-9A7E-FD5425FA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0F89D-9A3E-43AE-355E-39AAC0F4D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21170-0446-7AC3-76E3-3F6B8AD2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4E6BB-DE28-1A9C-52D2-6B14AD6C3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D449A-AFD8-200C-F4E1-878049EA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76CC-AEDD-948B-BE7A-F3A012F7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E7306-6CF7-A9A6-1325-655EC1EB3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816B3-8D82-3F48-02AF-9AB57E579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08223-BCA2-9382-8721-03B38A14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13E89-5587-33D5-73D4-855BD9A0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D850B-1F94-B3F9-4E6A-245802B6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3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D915-1C8F-3AE8-BF6A-ED51A916D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E5687-2309-1ACD-FEDF-5F49C4BE0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333DB-A99C-FD33-D2B6-EDEEF6A07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DA67F-3BE0-6BDC-6FB4-5414D88F7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107C5-B348-7477-8553-9D232B2A5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AC8AFD-BFF9-4417-D584-AF58DA51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18385-77B3-B6D1-FDD4-515251E3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3BD58-790D-B45B-933E-7E4944ED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71AA-9440-C80C-6DDF-D10E4628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9596F-B8EC-D325-2F45-792D29C3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50AC2-5195-6D95-B665-11DA55A5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74315-8F13-5B7A-3533-9A60B13E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65A4E-AE9C-CD05-5FB5-107B5628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42F4E-C1BD-876A-5E19-371C5E78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98851-4C73-FF13-24CE-64328F7B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4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194A-9D74-C19E-0AFB-12C84D08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8341B-ECDE-E5B3-C407-249669441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F0C4B-54DD-87FA-B913-1F6BFC139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01980-5224-0907-4525-412BFC68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E2DB5-C6C5-3945-DF0B-DB6D182E1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68F33-F832-96D7-3E01-60B9AC46A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7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A75B-F005-793C-D8B5-F1ACAB435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7477B-8E38-934E-FE4F-F8FE6721F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A3F67-4BC0-942A-6677-8E08EBCA4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F7A31-A858-7DA8-8B63-A59943850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8719E-32AC-03B7-63B8-F99CD7B6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E0755-0870-E60E-1C8B-50DA7445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15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43DC-CF44-42E3-42EF-84E031E7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DD204-BA81-7DC1-46DD-B3179128C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8A91-F303-FD5A-46D7-700ACF22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85FBE-57AA-3327-65DF-3DCB5B50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C459B-B0D1-997C-421C-21821B95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1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A36F1-4228-020F-A5DA-099E33D46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E2A77-87C5-C1AF-8531-C10B1E03A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E8BC-E84D-EEA2-E732-F2467F19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82F7F-8783-5DE5-A9F0-43B9E2E7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874DA-F4AA-322D-687B-B893AFB8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0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EE8A06-2C7B-AE71-FDB5-9FD6BA17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9506F-56AF-DE06-43F3-4947411B4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15057-A67E-AFE0-43F3-717325522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AC065-FD51-444D-B2F0-6FDA737F42C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16559-0A00-4D41-03EA-D1C3AF8B4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C1884-4497-296F-3094-8DA27C7BE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A55A2-6A66-40EE-90CD-A441C93B9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8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29A6E8-CE3A-16E6-E627-99172CCFC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0907"/>
              </p:ext>
            </p:extLst>
          </p:nvPr>
        </p:nvGraphicFramePr>
        <p:xfrm>
          <a:off x="914400" y="2286000"/>
          <a:ext cx="73152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49222823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13195069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Default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Inset</a:t>
                      </a:r>
                    </a:p>
                  </a:txBody>
                  <a:tcPr marL="355600" marT="25400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28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12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2026-05-15T16:36:38Z</dcterms:created>
  <dcterms:modified xsi:type="dcterms:W3CDTF">2026-05-15T16:36:38Z</dcterms:modified>
</cp:coreProperties>
</file>