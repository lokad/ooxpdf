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5126-555A-87F8-F399-EE9FBF0FC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1E2CB-D619-5B10-FEC8-8328EC1A6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66677-0B7C-00A4-B420-DB17993A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F20C5-02FA-B78B-FDB1-C76E8FC9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4C144-C419-B810-9FD8-72B5B550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1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7F8F-3D9F-7A36-C63C-3A411254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918A-F5A2-BD85-89EC-1C9738650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FB84-5290-152D-4146-EFFBB686C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E43BF-355B-8C0F-C407-6DB9478B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16E18-DD5B-F438-8E24-E5485212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439B-563E-09AD-3687-B29FD3A7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B2CFE-8065-5EDC-E84F-82334583C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429BF-49D5-4EBB-3422-F895EC23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3E8AC-4340-5977-CF8C-686958D8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6D1C2-DF88-0CD4-97B5-7210D93D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7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651A-F964-DFC7-7C55-FA93BCF7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3C72D-9B86-6BF8-3DA6-37D1AF0DB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B51BB-39E4-15F9-C78A-4C5AA315A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02E8A-70B1-C52B-3CB3-4C8EB379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49535-A1F0-1367-70B7-FD11E62E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730ED-C1FF-6DEF-EF11-1D350A546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2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B4DD-425D-166F-B8DA-E81918E6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83444-0D7D-46FE-02AB-3D2911512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6D82D-2085-AE8F-E7E1-8519DCA5A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9D842-E495-F8E6-643F-DFEE4B68E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CDFF0-7BDA-B35C-B767-408C33781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BBE02-F02C-135A-3D75-5E9B1BEB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4FFEF-9088-45C3-880A-6FA5E9A4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6B201-4663-210E-896A-D08749C8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4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851C-0C02-3081-946A-C4F32A2D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ACC7A-91AE-AE16-DFF4-3E340FD6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FFB96-4185-FAB3-A0B3-F54681E7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FCE90-7151-E5C0-A0D8-9C6B4AAD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7AF9D-7CBD-05F5-B69D-D07B356D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44353-621C-7CDA-A3B1-4FC5D596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50A5-F8EC-A552-85DC-512AA347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8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0DBF-2E5C-F201-920F-0187AD85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006E-6AB3-2534-9BD0-B7F6D8B8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A17D4-24BF-4E33-5ED8-D0408F4FA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259B9-20EE-85B8-7EC4-E21F09F9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D8F25-3408-D607-A834-E50312EE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C6428-73C5-A767-CE08-47D50775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9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ABC4-0B88-889D-63BB-82693822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1F74C-EE2D-DA01-8690-DD27A09B4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5751A-9054-2990-5E42-F7947371B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F8AA5-6DD5-CC12-82B9-7D510EFB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8B4B9-4629-38D6-353D-B7EE8BA2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5A1B2-0D7E-1A0B-56EC-946B2505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5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1B83-E2EB-C148-A8F6-0CE6682C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34A23-0FE9-0BAD-41EC-221640E8B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04463-EF14-69B9-5D4D-6E3018AC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72AB7-F041-0068-6A15-1420848F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6FE33-A1A8-9750-8027-6E2E64E6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5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0AE5CF-42C6-D702-28D9-FA5FC2B20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6475C-F797-26C3-7BC4-174175914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155F-E163-6273-7CE5-A7D169AC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F846-9567-B10A-18E0-99C0DAD9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53CC0-31D7-77BE-810E-6493A11BE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2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87100F-11A1-A155-5D9D-F7D892ED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BA0E-9346-08E1-B03F-C606176FA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84DEF-D29A-07D5-4AC0-2E5A21181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BF07B-13B6-471D-AA87-31376605FBA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FE233-508D-8848-78BE-ABD55DA2B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EA983-69F7-1918-38C1-318696D3A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7A85B-3F2A-401A-90C1-B17FE9F35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5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9ABC13-F42F-97D1-51F6-9EAD65368781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latin typeface="Calibri" panose="020F0502020204030204" pitchFamily="34" charset="0"/>
              </a:rPr>
              <a:t>Quarterly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B70FD7-71DB-BA78-50BC-0BD799EA2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797870"/>
              </p:ext>
            </p:extLst>
          </p:nvPr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9562883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3800765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6065173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4884855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</a:rP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</a:rP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697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$85K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$35K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17836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$145K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$92K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$53K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2884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$132K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$88K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ri" panose="020F0502020204030204" pitchFamily="34" charset="0"/>
                        </a:rPr>
                        <a:t>$44K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906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8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2026-05-16T12:44:19Z</dcterms:created>
  <dcterms:modified xsi:type="dcterms:W3CDTF">2026-05-16T12:44:19Z</dcterms:modified>
</cp:coreProperties>
</file>