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04B21-9EB9-CA4F-857B-B5558CC29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546CE-53E5-E929-D8CA-3AE3DF5FD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B0F8C-50A8-5B96-5CF5-E08BF512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CFBE8-B1F3-8A5C-C7F8-2C89F1FB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46DBB-7D66-26D6-35FF-45558E2A9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3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BA8F-3A27-74D2-9CCB-93339311A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E27CA-FB89-D35B-C023-5058701D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338A8-83DB-4CF6-44E9-C862EBCD8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D8DEF-57C2-8C96-335D-0607E5AD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20805-ED82-1A93-AD0B-52DFEB80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47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A32C7-FD3A-4B07-8552-C0D1645C5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AF96E-8608-0630-CF3E-E7323DCD6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DCAF9-DA68-3AAA-4AF5-2977E0402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1B572-BCBE-D3F2-7EDC-8CA04B48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45877-B503-234E-383C-ECC0683F0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38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415B1-754A-929D-F519-501BD8478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5BCF-7D72-52B0-0183-E2708B7F6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9377B-309A-62E8-BE19-45A216983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1E63B-E5A3-D21F-CA6C-B24C5909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D0A23-0E47-73F8-4E3B-B776CC17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121D6-F6D1-0468-7EB4-C2284C550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1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2924-1DA2-813C-CCB9-89641FF57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34C92-6BE1-9A29-B36D-9E90A7E59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AA797-584E-5A34-CD3A-906970AB8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215A0-C12D-C8E2-68BC-74964023A8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142E87-0F8B-EFB4-EBC8-A9746687EE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1C4A7C-08C8-8704-42E6-6DB84A84E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8E04F5-4D28-1AC7-410E-40FB529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CCF978-1F0F-29DC-E785-0580B0936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4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ABE5-E1DB-B2DA-E7DF-1FCE1409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AC22F-78D8-CEBF-3AD4-7894CE6E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A216C-D4C5-DEDE-339E-1F79A836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B5D136-A918-1474-52A7-A62BB67B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7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12342-6AFB-FD2C-45C6-C9F79470E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204A10-D570-F551-849A-DA3A076A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DFEC4-83DF-CBA6-7597-615CA6C3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4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2ABF9-DBB2-E4A2-BD55-E919F6F39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EB8AF-E1B9-45E3-0929-E6DAFA7E0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6C0E0-638B-A939-F1F6-795647992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133A2-A4D4-1364-21A1-D3DCFD6B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5CC6D-BD5F-2654-2E8F-B88BB0DE1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B33DB-D267-5C7E-8C10-671799F8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0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9EAC-17D7-48CC-C3B9-EA3666316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F425E-4058-E97F-A84D-57611D72F9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848BC-2708-577A-EF79-BADC3399C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63371-4760-150C-5CF4-E881BBA3B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5D652-96AD-608B-0263-EC7AB6CA0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ED810-B43D-2261-9145-211C093E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09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F7A8-B602-283F-F561-8C3A32F12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8D805-EA1E-46D6-2054-F0164EB50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18287-B1ED-EA2A-175B-68E163964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9DDAB-85B7-B7C8-FE3A-E8215D4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5EF9E-F596-6B8F-D725-AC538FDA4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5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06CA42-4B7B-4E04-2728-E7B04E7DD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A5DD4E-2F5D-54AD-6F5D-8225EC3CB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4AB34-5F8F-3F61-CF3F-843B8304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E094D-D537-1B09-AF5F-0E3D7F377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4D1C9-A55E-8A72-B4F9-2F2C81AA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14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5080DE-4FC4-D648-8EE0-DBBA89180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35504-F5AE-9E48-1165-C2A95CD09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C1EFE-845A-AEB2-1B01-D4E639A7D0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79819-67A1-02BC-F0F8-C24E65A52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45BCD-8193-A295-B3F8-CBCA69E18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8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Border Table"/>
          <p:cNvGraphicFramePr>
            <a:graphicFrameLocks noGrp="1"/>
          </p:cNvGraphicFramePr>
          <p:nvPr/>
        </p:nvGraphicFramePr>
        <p:xfrm>
          <a:off x="1828800" y="1371600"/>
          <a:ext cx="36576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914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DDEBF7"/>
                    </a:solidFill>
                    <a:lnL w="25400">
                      <a:solidFill>
                        <a:srgbClr val="000000"/>
                      </a:solidFill>
                    </a:lnL>
                    <a:lnR w="25400">
                      <a:solidFill>
                        <a:srgbClr val="000000"/>
                      </a:solidFill>
                    </a:lnR>
                    <a:lnT w="25400">
                      <a:solidFill>
                        <a:srgbClr val="000000"/>
                      </a:solidFill>
                    </a:lnT>
                    <a:lnB w="254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2F0D9"/>
                    </a:solidFill>
                    <a:lnL w="25400">
                      <a:solidFill>
                        <a:srgbClr val="000000"/>
                      </a:solidFill>
                    </a:lnL>
                    <a:lnR w="25400">
                      <a:solidFill>
                        <a:srgbClr val="000000"/>
                      </a:solidFill>
                    </a:lnR>
                    <a:lnT w="25400">
                      <a:solidFill>
                        <a:srgbClr val="000000"/>
                      </a:solidFill>
                    </a:lnT>
                    <a:lnB w="25400">
                      <a:solidFill>
                        <a:srgbClr val="000000"/>
                      </a:solidFill>
                    </a:lnB>
                  </a:tcPr>
                </a:tc>
              </a:tr>
              <a:tr h="914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CE4D6"/>
                    </a:solidFill>
                    <a:lnL w="25400">
                      <a:solidFill>
                        <a:srgbClr val="000000"/>
                      </a:solidFill>
                    </a:lnL>
                    <a:lnR w="25400">
                      <a:solidFill>
                        <a:srgbClr val="000000"/>
                      </a:solidFill>
                    </a:lnR>
                    <a:lnT w="25400">
                      <a:solidFill>
                        <a:srgbClr val="000000"/>
                      </a:solidFill>
                    </a:lnT>
                    <a:lnB w="254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2CC"/>
                    </a:solidFill>
                    <a:lnL w="25400">
                      <a:solidFill>
                        <a:srgbClr val="000000"/>
                      </a:solidFill>
                    </a:lnL>
                    <a:lnR w="25400">
                      <a:solidFill>
                        <a:srgbClr val="000000"/>
                      </a:solidFill>
                    </a:lnR>
                    <a:lnT w="25400">
                      <a:solidFill>
                        <a:srgbClr val="000000"/>
                      </a:solidFill>
                    </a:lnT>
                    <a:lnB w="254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2026-05-14T12:07:13Z</dcterms:created>
  <dcterms:modified xsi:type="dcterms:W3CDTF">2026-05-14T12:07:13Z</dcterms:modified>
</cp:coreProperties>
</file>