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A04B21-9EB9-CA4F-857B-B5558CC290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DC546CE-53E5-E929-D8CA-3AE3DF5FDEC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AB0F8C-50A8-5B96-5CF5-E08BF512E9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0CFBE8-B1F3-8A5C-C7F8-2C89F1FBEB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B46DBB-7D66-26D6-35FF-45558E2A92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03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D7BA8F-3A27-74D2-9CCB-93339311A5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2E27CA-FB89-D35B-C023-5058701DB9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E338A8-83DB-4CF6-44E9-C862EBCD81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6D8DEF-57C2-8C96-335D-0607E5AD60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8620805-ED82-1A93-AD0B-52DFEB804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53474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DA32C7-FD3A-4B07-8552-C0D1645C52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0AAF96E-8608-0630-CF3E-E7323DCD64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1EDCAF9-DA68-3AAA-4AF5-2977E04021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C91B572-BCBE-D3F2-7EDC-8CA04B48E7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745877-B503-234E-383C-ECC0683F05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2438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9415B1-754A-929D-F519-501BD8478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8C5BCF-7D72-52B0-0183-E2708B7F612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9A9377B-309A-62E8-BE19-45A21698300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8C1E63B-E5A3-D21F-CA6C-B24C5909E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6D0A23-0E47-73F8-4E3B-B776CC173D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7E121D6-F6D1-0468-7EB4-C2284C5506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96168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332924-1DA2-813C-CCB9-89641FF579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334C92-6BE1-9A29-B36D-9E90A7E59C9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FEAA797-584E-5A34-CD3A-906970AB8C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5C215A0-C12D-C8E2-68BC-74964023A8B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A142E87-0F8B-EFB4-EBC8-A9746687EEC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C1C4A7C-08C8-8704-42E6-6DB84A84E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8E04F5-4D28-1AC7-410E-40FB529E0B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FCCF978-1F0F-29DC-E785-0580B09365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84241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3ABE5-E1DB-B2DA-E7DF-1FCE140938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A9AC22F-78D8-CEBF-3AD4-7894CE6E1D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AFA216C-D4C5-DEDE-339E-1F79A83657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B5D136-A918-1474-52A7-A62BB67BB7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7724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1912342-6AFB-FD2C-45C6-C9F79470E2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3204A10-D570-F551-849A-DA3A076AB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3EDFEC4-83DF-CBA6-7597-615CA6C3A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05475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E2ABF9-DBB2-E4A2-BD55-E919F6F39B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D2EB8AF-E1B9-45E3-0929-E6DAFA7E0E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76C0E0-638B-A939-F1F6-7956479927E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1133A2-A4D4-1364-21A1-D3DCFD6B92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ED5CC6D-BD5F-2654-2E8F-B88BB0DE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2B33DB-D267-5C7E-8C10-671799F826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72015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E9EAC-17D7-48CC-C3B9-EA3666316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FCF425E-4058-E97F-A84D-57611D72F9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D8848BC-2708-577A-EF79-BADC3399C6F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563371-4760-150C-5CF4-E881BBA3B6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405D652-96AD-608B-0263-EC7AB6CA0F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9ED810-B43D-2261-9145-211C093E9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07090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ABF7A8-B602-283F-F561-8C3A32F12E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D68D805-EA1E-46D6-2054-F0164EB50E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C18287-B1ED-EA2A-175B-68E1639640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29DDAB-85B7-B7C8-FE3A-E8215D44F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05EF9E-F596-6B8F-D725-AC538FDA47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1259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606CA42-4B7B-4E04-2728-E7B04E7DDFE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2A5DD4E-2F5D-54AD-6F5D-8225EC3CBAA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F94AB34-5F8F-3F61-CF3F-843B830444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7E094D-D537-1B09-AF5F-0E3D7F377D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284D1C9-A55E-8A72-B4F9-2F2C81AAE4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30146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15080DE-4FC4-D648-8EE0-DBBA89180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535504-F5AE-9E48-1165-C2A95CD09C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CC1EFE-845A-AEB2-1B01-D4E639A7D0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431AFD-6B78-4E61-BE31-CFA21316614A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8079819-67A1-02BC-F0F8-C24E65A5286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AC45BCD-8193-A295-B3F8-CBCA69E18A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48B18B-8368-44A3-8977-D2629EC9664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6844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Merged Table"/>
          <p:cNvGraphicFramePr/>
          <p:nvPr/>
        </p:nvGraphicFramePr>
        <p:xfrm>
          <a:off x="914400" y="914400"/>
          <a:ext cx="3657600" cy="18288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</a:tblGrid>
              <a:tr h="914400">
                <a:tc gridSpan="2">
                  <a:txBody>
                    <a:bodyPr/>
                    <a:lstStyle/>
                    <a:p/>
                  </a:txBody>
                  <a:tcPr>
                    <a:solidFill>
                      <a:srgbClr val="D9EAD3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914400">
                <a:tc>
                  <a:txBody>
                    <a:bodyPr/>
                    <a:lstStyle/>
                    <a:p/>
                  </a:txBody>
                  <a:tcP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CFE2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11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Joannes Vermorel</dc:creator>
  <cp:lastModifiedBy>Joannes Vermorel</cp:lastModifiedBy>
  <cp:revision>1</cp:revision>
  <dcterms:created xsi:type="dcterms:W3CDTF">2026-05-14T12:07:13Z</dcterms:created>
  <dcterms:modified xsi:type="dcterms:W3CDTF">2026-05-14T12:07:13Z</dcterms:modified>
</cp:coreProperties>
</file>