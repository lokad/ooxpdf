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AF05-A01B-F759-8A96-013FDA073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202FB5-AB0C-A438-C8D1-0000EA939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18417-E1C5-4002-8D21-DA807FE1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43830-1C0D-0E84-9595-44CBA6CC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B9950-D546-17F1-E9F5-3A73CF6F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7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CE67-75D6-C5AF-A40B-707D7149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E3F93-B1E1-2B50-F91F-D39E3492B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19ECB-176C-032E-A10C-CF4BDEE7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436A4-ECCB-8266-6433-0A28D4EA5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F655-F4F0-3824-D1B1-A751F804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37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73A8-1E2D-5808-1A23-F9915EC56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38106-CE3C-F104-2348-F45F73453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93D4E-2F1F-8026-71A9-B6B9B6AE8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DF223-3100-B3AC-1671-88C37991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5463D-46C5-2A82-5747-D2E3BBAA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9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083B-4208-812B-803B-F21D87D7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265B2-21C3-2D43-65B9-271738F09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3FD70-A5AA-0B02-08EC-B05B3F534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8C721-3423-5C46-0AE3-86EFE7482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19393-5C7B-3A75-EF81-C7FCA9BEA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ABE7F-7D0B-9909-E921-27C7AE49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8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AE73-05FF-9EF2-C091-671365F09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563F4-25BF-2741-DFB1-A45DD22AC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889FC-D607-8C0B-17A8-7CE396CD3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8ACBE-2853-C439-044E-141B81683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9617A-F739-AB7C-69AC-55C08C65F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07DE7-A7E2-9CE7-AC76-61C37EA6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34A5D4-8B7A-66BC-7543-96F89D2C5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F73FE-2588-48C5-5EBF-545DB739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8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D1BB-C4A3-087A-5EE9-658F8A8F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6457B-583B-58B7-F35C-E7DD85F2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34C7D-4B7C-AF44-2165-534785E9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7AEB0-894C-AFCB-18A8-39CD819D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6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8D2DF-6722-1212-D60C-A27BE1D6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923EA0-A209-8480-B790-4BD1C8F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181E3-76EC-304A-560C-2AA59FCE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4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9ECD-91CB-9E5E-9792-1160F6C8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2D1FE-68B7-0AFA-42EC-BE149BBDD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F2BF1-56BB-9B1A-E899-BB7FBB0E0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7E1AA-DAD6-158D-77D3-75D7341F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150A4-F724-B88B-335B-4837E645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67317-30AB-017B-DB7A-4B7E29EF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70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568-C5A0-1FB4-E017-6380A0B60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4B25E-6DD9-1D0A-CD0E-24DE54F71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F43CE-FA14-9715-D11E-1EB71C731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E4922-7A66-2CEC-026B-251FDC8F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483E7-8CD1-62DB-F2CB-C3AD2A83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07AB4-BE62-5974-B71F-37F7659A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6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693C-C0D4-D7B0-BD0C-69E0A6CA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0574E-5194-6B5E-34E5-7FEE978B6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5A0E5-25E5-A392-2F4D-96483660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07A5A-1DA9-75E4-10EF-93C2564C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DAE15-54C2-F0D6-B48D-0A47C62F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3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73F95-115E-72B1-4D51-1AB359DF8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9E9BE-8F15-5B47-2ED5-BF21FB030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BDD51-C6F0-9F2A-E7B2-11293535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DCE12-7734-B1A9-C7C4-E382D78D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F8599-E586-A19F-63D4-5FF2A963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8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526C8B-F721-67A0-B247-9E467B31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356C9-1165-3607-18BE-068BBFC7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ECEBB-5EE7-E8B9-DADF-EAA495A07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639B0-0FD5-4B75-8733-5810512607C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C75AE-B569-884E-91AB-454878DBA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B18F2-34CA-4BCE-6BA1-E54F8A567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A8B34-FB9D-4864-B699-71DBEC85E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66D924-2D92-E9E7-1990-F842C604D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235959"/>
              </p:ext>
            </p:extLst>
          </p:nvPr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97700528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495470538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Plain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C00000"/>
                          </a:solidFill>
                          <a:latin typeface="Arial" panose="020B0604020202020204" pitchFamily="34" charset="0"/>
                        </a:rPr>
                        <a:t>Bold</a:t>
                      </a:r>
                      <a:r>
                        <a:rPr lang="en-US" sz="2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b="1">
                          <a:solidFill>
                            <a:srgbClr val="C00000"/>
                          </a:solidFill>
                          <a:latin typeface="Arial" panose="020B0604020202020204" pitchFamily="34" charset="0"/>
                        </a:rPr>
                        <a:t>Red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56356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2000" i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Italic</a:t>
                      </a:r>
                      <a:r>
                        <a:rPr lang="en-US" sz="2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>
                          <a:solidFill>
                            <a:srgbClr val="0066CC"/>
                          </a:solidFill>
                          <a:latin typeface="Arial" panose="020B0604020202020204" pitchFamily="34" charset="0"/>
                        </a:rPr>
                        <a:t>Blue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Mixed</a:t>
                      </a:r>
                      <a:r>
                        <a:rPr lang="en-US" sz="2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000" i="1">
                          <a:solidFill>
                            <a:srgbClr val="008050"/>
                          </a:solidFill>
                          <a:latin typeface="Arial" panose="020B0604020202020204" pitchFamily="34" charset="0"/>
                        </a:rPr>
                        <a:t>Text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12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871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2026-05-15T16:27:15Z</dcterms:created>
  <dcterms:modified xsi:type="dcterms:W3CDTF">2026-05-15T16:27:15Z</dcterms:modified>
</cp:coreProperties>
</file>