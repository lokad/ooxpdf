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ProbeTable"/>
          <p:cNvGraphicFramePr/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Body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