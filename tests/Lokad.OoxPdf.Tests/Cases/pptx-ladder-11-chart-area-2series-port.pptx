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125</c:v>
                </c:pt>
                <c:pt idx="4">
                  <c:v>148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68</c:v>
                </c:pt>
                <c:pt idx="2">
                  <c:v>75</c:v>
                </c:pt>
                <c:pt idx="3">
                  <c:v>82</c:v>
                </c:pt>
                <c:pt idx="4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