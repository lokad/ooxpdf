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52</c:v>
                </c:pt>
                <c:pt idx="2">
                  <c:v>48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35</c:v>
                </c:pt>
                <c:pt idx="2">
                  <c:v>42</c:v>
                </c:pt>
                <c:pt idx="3">
                  <c:v>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Support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</c:v>
                </c:pt>
                <c:pt idx="1">
                  <c:v>18</c:v>
                </c:pt>
                <c:pt idx="2">
                  <c:v>20</c:v>
                </c:pt>
                <c:pt idx="3">
                  <c:v>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