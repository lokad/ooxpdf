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Headcount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Engineering</c:v>
                </c:pt>
                <c:pt idx="1">
                  <c:v>Sales</c:v>
                </c:pt>
                <c:pt idx="2">
                  <c:v>Marketing</c:v>
                </c:pt>
                <c:pt idx="3">
                  <c:v>Support</c:v>
                </c:pt>
                <c:pt idx="4">
                  <c:v>HR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32</c:v>
                </c:pt>
                <c:pt idx="2">
                  <c:v>18</c:v>
                </c:pt>
                <c:pt idx="3">
                  <c:v>25</c:v>
                </c:pt>
                <c:pt idx="4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91440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