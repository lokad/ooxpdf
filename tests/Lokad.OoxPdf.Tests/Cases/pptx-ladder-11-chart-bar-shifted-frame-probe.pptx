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68</c:v>
                </c:pt>
                <c:pt idx="2">
                  <c:v>31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4D-465A-8C77-68AD73FBA4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18653007"/>
        <c:axId val="1227903840"/>
      </c:barChart>
      <c:catAx>
        <c:axId val="1418653007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Category Axis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US"/>
          </a:p>
        </c:txPr>
        <c:crossAx val="1227903840"/>
        <c:crosses val="autoZero"/>
        <c:auto val="1"/>
        <c:lblAlgn val="ctr"/>
        <c:lblOffset val="100"/>
        <c:noMultiLvlLbl val="0"/>
      </c:catAx>
      <c:valAx>
        <c:axId val="1227903840"/>
        <c:scaling>
          <c:orientation val="minMax"/>
          <c:max val="80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sz="1200"/>
                  <a:t>Value Axis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US"/>
          </a:p>
        </c:txPr>
        <c:crossAx val="1418653007"/>
        <c:crosses val="autoZero"/>
        <c:crossBetween val="between"/>
        <c:majorUnit val="20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EFA1-8A73-DF80-43CA-43DB9CA15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82BC11-06AE-972A-9676-500CC36AD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B4C92-C95B-44B7-2DD9-81B42C148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CB745-200D-29CB-FCD8-5777B84A9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80158-01C4-CB03-1898-5501055C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48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4514E-A257-A292-0471-69F1F0E3B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7DBF2-D4C8-7C5B-62EC-02803B9F6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51F5D-0684-A029-1693-DBBFB56FC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361EA-16BD-7447-D759-C3419225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0757F-EAAD-4404-DB03-398A31EE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55982-5CFE-9242-E085-AB3FA3643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397A8-2284-4AFF-09B8-8BFB5C2A8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7960A-F8A4-AFEC-784E-5FB7D97C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F735D-9818-66A3-7275-2BDDE5494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03D52-5C25-DC95-726C-2D346DB84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52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92824-D855-4C09-D8F4-ECD008D64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63AA3-BAAB-FBD8-3BD1-E4DB99E32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36E64-47C1-F62D-1854-5E15F9D71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5999C-B39B-F9CD-2FD1-26FE9FD2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B6226-3161-CAD6-7C73-E09F93C7F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0F341-EC75-A488-12AB-5D27DF394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72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440C5-1A10-87B2-ADD2-4749E777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81CFF-592E-21F4-D7F4-DB5EAE79B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5678F3-05F3-9BC9-0247-66DB0F10F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7F9928-7D5E-B9C9-2384-1AED53BDF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1C8C32-7AFE-04DD-065F-182D3C2F8A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D9340-9289-D336-E593-CA9790BDC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8A8D40-A669-A1AC-0816-CC90D60D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1E1DC-454A-84C6-7B7A-A5DD0827B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94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C49E-06B3-0205-4DC0-EFD21A13F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7266D7-CF81-46AC-5BC5-227883E1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442AF-DCCF-D666-18C7-46409C7D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782980-20E2-2237-9B28-82DCACDA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89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7E057C-A2FE-D8D3-2A2B-FEF2C9ACE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F434BF-36A3-F0E5-882B-CD7AEF367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F9E92-D2A6-CE7B-96CF-1C498913B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6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65B32-C882-232F-3596-C51974AC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E9342-AD4D-F32E-3AF5-FFE95F087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F8F399-B842-AD3A-D4BF-587330959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53ADE-4FD3-4C73-3D48-486F2C68A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D3CB9-D9FF-CCF3-F65E-F9C433123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31FA2-6AC1-DF8F-05AC-6C19346E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2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0116E-ABCF-0F4F-FBF7-C059785D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088B01-6979-4E4D-0EB0-7C21F8C530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87847-A152-559C-A6BB-BB73B64B3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D0395-B74D-6510-CB12-9BAE0F9FC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BE551-673E-1703-A8C9-0F634134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1035A-D7DF-FE1D-E117-72EDDF2F5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92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C8D42-B10C-2CEF-7FF2-FF905577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92605A-435D-95B9-66EE-A534D3154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E08E6-F7D2-3AF3-F656-C86D007E7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60CE7-C57C-708D-7C3A-E4F13C09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C898C-AEDD-C647-0436-DA08F1C7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11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D7D74F-A448-8C0A-7461-A54EF3892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C2B2E-AE1D-4834-FD34-E9921ED2F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24D29-49EB-346B-25F6-E6BA48E2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7A575-629F-DF89-3D86-A525B736B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CEC8A-15C3-5125-A1EE-FB8162255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0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A97B7D-4470-37CF-7E0B-0328EB47B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DC72E-542D-BDB9-D0B5-E7775F2D8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14910-61B7-6A97-F7E6-3E245FF32D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42BE2D-F8C1-4AF3-8120-4911391E724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414BF-7583-C00D-DD9B-ABEE3494FE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2AC09-E0A4-5D32-5926-05147DBD5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4C328-7011-429D-9ED8-F98F68687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86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A2F7B62-F56F-D457-7482-E64C59D713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3288317"/>
              </p:ext>
            </p:extLst>
          </p:nvPr>
        </p:nvGraphicFramePr>
        <p:xfrm>
          <a:off x="2794000" y="838200"/>
          <a:ext cx="68580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72943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2026-05-28T14:10:29Z</dcterms:created>
  <dcterms:modified xsi:type="dcterms:W3CDTF">2026-05-28T14:10:29Z</dcterms:modified>
</cp:coreProperties>
</file>