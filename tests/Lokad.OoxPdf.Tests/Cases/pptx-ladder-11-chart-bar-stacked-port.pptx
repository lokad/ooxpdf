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FY23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Dept A</c:v>
                </c:pt>
                <c:pt idx="1">
                  <c:v>Dept B</c:v>
                </c:pt>
                <c:pt idx="2">
                  <c:v>Dept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95</c:v>
                </c:pt>
                <c:pt idx="2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FY24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Dept A</c:v>
                </c:pt>
                <c:pt idx="1">
                  <c:v>Dept B</c:v>
                </c:pt>
                <c:pt idx="2">
                  <c:v>Dept 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135</c:v>
                </c:pt>
                <c:pt idx="1">
                  <c:v>110</c:v>
                </c:pt>
                <c:pt idx="2">
                  <c:v>92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