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6923855"/>
        <c:axId val="1072605871"/>
      </c:bar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