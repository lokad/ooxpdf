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Markets</c:v>
                </c:pt>
              </c:strCache>
            </c:strRef>
          </c:tx>
          <c:invertIfNegative val="0"/>
          <c:xVal>
            <c:numRef>
              <c:f>Sheet1!$A$2:$A$5</c:f>
              <c:numCache>
                <c:formatCode>General</c:formatCode>
                <c:ptCount val="4"/>
                <c:pt idx="0">
                  <c:v>1.5</c:v>
                </c:pt>
                <c:pt idx="1">
                  <c:v>3.0</c:v>
                </c:pt>
                <c:pt idx="2">
                  <c:v>5.0</c:v>
                </c:pt>
                <c:pt idx="3">
                  <c:v>2.5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2.5</c:v>
                </c:pt>
                <c:pt idx="1">
                  <c:v>4.0</c:v>
                </c:pt>
                <c:pt idx="2">
                  <c:v>1.5</c:v>
                </c:pt>
                <c:pt idx="3">
                  <c:v>3.5</c:v>
                </c:pt>
              </c:numCache>
            </c:numRef>
          </c:yVal>
          <c:bubbleSize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15</c:v>
                </c:pt>
                <c:pt idx="3">
                  <c:v>30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157200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91440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