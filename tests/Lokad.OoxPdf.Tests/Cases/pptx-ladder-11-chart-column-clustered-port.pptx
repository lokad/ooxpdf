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Product A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52</c:v>
                </c:pt>
                <c:pt idx="2">
                  <c:v>48</c:v>
                </c:pt>
                <c:pt idx="3">
                  <c:v>61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Product B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32</c:v>
                </c:pt>
                <c:pt idx="1">
                  <c:v>38</c:v>
                </c:pt>
                <c:pt idx="2">
                  <c:v>41</c:v>
                </c:pt>
                <c:pt idx="3">
                  <c:v>35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Product C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28</c:v>
                </c:pt>
                <c:pt idx="1">
                  <c:v>31</c:v>
                </c:pt>
                <c:pt idx="2">
                  <c:v>36</c:v>
                </c:pt>
                <c:pt idx="3">
                  <c:v>42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457200"/>
          <a:ext cx="91440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