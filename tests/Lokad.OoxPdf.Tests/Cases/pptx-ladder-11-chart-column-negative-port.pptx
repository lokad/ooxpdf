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Profit/Loss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-8</c:v>
                </c:pt>
                <c:pt idx="2">
                  <c:v>22</c:v>
                </c:pt>
                <c:pt idx="3">
                  <c:v>-12</c:v>
                </c:pt>
                <c:pt idx="4">
                  <c:v>5</c:v>
                </c:pt>
                <c:pt idx="5">
                  <c:v>-3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