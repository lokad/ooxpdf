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2F856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03-4DF7-A38E-F5327CBF9E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Middle</c:v>
                </c:pt>
              </c:strCache>
            </c:strRef>
          </c:tx>
          <c:spPr>
            <a:pattFill prst="pct70">
              <a:fgClr>
                <a:srgbClr val="2F856A"/>
              </a:fgClr>
              <a:bgClr>
                <a:srgbClr val="BFBFB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1.5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03-4DF7-A38E-F5327CBF9E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</c:v>
                </c:pt>
                <c:pt idx="1">
                  <c:v>1</c:v>
                </c:pt>
                <c:pt idx="2">
                  <c:v>0.1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03-4DF7-A38E-F5327CBF9E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20918767"/>
        <c:axId val="2051397216"/>
      </c:barChart>
      <c:catAx>
        <c:axId val="11209187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051397216"/>
        <c:crosses val="autoZero"/>
        <c:auto val="1"/>
        <c:lblAlgn val="ctr"/>
        <c:lblOffset val="100"/>
        <c:noMultiLvlLbl val="0"/>
      </c:catAx>
      <c:valAx>
        <c:axId val="2051397216"/>
        <c:scaling>
          <c:orientation val="minMax"/>
        </c:scaling>
        <c:delete val="0"/>
        <c:axPos val="l"/>
        <c:majorGridlines>
          <c:spPr>
            <a:ln w="12700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prstClr val="black">
                      <a:tint val="75000"/>
                    </a:prstClr>
                  </a:solidFill>
                  <a:prstDash val="solid"/>
                  <a:round/>
                </a14:hiddenLine>
              </a:ext>
            </a:extLst>
          </c:spPr>
        </c:majorGridlines>
        <c:numFmt formatCode="General" sourceLinked="1"/>
        <c:majorTickMark val="out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1120918767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010D-7408-0993-BA26-846BA35A3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21B77-B104-DDA1-EF9F-E0817E2844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6A13-DABB-B5F8-97CF-EB4C0C3D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988A6-B785-3A52-FE43-C7FBD5F1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DC4C5-2889-8FEC-DFCD-7A65B345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2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A7EF-294F-4F16-0D9B-1B68964D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E7C6-D6CA-37C8-5A8E-6FF9F33FA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AC417-8FB6-509B-63BC-FCC3E5D9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E908F-226B-91A1-BFB8-B135D3C4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6FEC7-FD75-9DD6-7FB4-F2C36A7B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8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1A0A-6150-6081-5B4F-E6BBDB3AE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3FBB5-097F-7B8F-388D-2450FA0A7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351B4-F039-48D4-92E7-A77DA441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21494-EF8F-DD9E-B520-B454172B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20CFB-BC27-FB48-DBF0-8686B35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1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306F-F389-F66E-57C2-04CB8352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C7FFC-9D16-159F-5213-3A465A136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5E2BA-EB8B-617A-4AF2-8AF10D01A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10EBA-8923-E84D-1EED-6949A9EB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FE490-E88B-9E66-8130-A39DB5CA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CD870-379E-A3D9-5E3F-B7CC6BC7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5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5991-3FB0-CF99-0D59-6A71DE3F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0336-0B62-AFF1-B886-FB65E928F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A3E68-CA53-1C4A-E5C7-126FA28A3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58461B-F806-9FB7-35C8-831A4919E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6DA8AB-5578-D73E-6BB5-045D4E1CD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50879-8123-8F96-187F-75B0B478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50F5C-CCC7-1A89-9C14-8E2F9508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5ADB7B-7290-74F1-73FD-D5FE0696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3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D64F-9235-59A5-2453-25CA821F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ADA0D-F482-38A1-0532-0F0327E7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90EB5-1CB4-7913-377C-7E4A06BC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B03FD-0E76-23B7-6C46-8E6381F3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2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317FF-CE09-8005-B9FA-31B08B7C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AFE77-7AF9-725F-F7B7-0A79F295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F8AFE-BC54-4A4C-2B70-EB2DFB8C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3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CA4F-0508-443A-3933-132962F71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916D-26F9-19D5-F45E-B1D8B663C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0B04E-C1E2-1DD3-E042-082FA9CB2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DDDB1-5B81-48E9-B08D-97698180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9DF33-25CA-8DEC-85FB-ED3610FB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2E316-3965-D489-CE1E-6103EDD0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6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D693-6B52-E230-7798-5025C9E7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494A8-7A56-191D-2E31-2E60B7AA8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CAA1C-8FD8-CF10-EADB-A66666A83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7C96B-9BED-BF6E-7981-4B21F7C6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96764-0C4A-EFEB-1247-01595998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B8C6C-693C-47A0-4968-B49D6E6C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1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7550-C7C3-261F-0337-FB246BE2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1335C-50D5-9897-06BA-E468B6458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326D8-B947-F102-3611-53FFB4DA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32FC4-F85C-9445-A6CA-3929DF7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7DB7F-B112-F89A-587B-659A9F22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4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D9F25-2AD3-E1B3-21C3-822713C6C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EA2A2-72EF-3676-C91E-28418017E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E697-06CF-4972-E384-F77D766B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4935E-2779-652C-E371-A6051F37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D75F8-35AB-0E13-3830-95A8CA92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3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7AD87-BD8E-9340-E194-A6014A2F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8B486-3858-CCD3-C80B-176CF31A5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30007-1204-5D46-3AE5-982FDCE13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4413A-71D2-4550-B206-D2730C9C6F8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A951D-BEEE-52C8-33E2-143E04B27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72D5-39FE-F623-E1C0-DA25D4652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C068A4-94B9-49E0-904A-9E7A9BD15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2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E11D334-2C4A-9589-A5A7-980F17402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314224"/>
              </p:ext>
            </p:extLst>
          </p:nvPr>
        </p:nvGraphicFramePr>
        <p:xfrm>
          <a:off x="1524000" y="1143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0BAC2F8-6F99-3603-FE05-50B057FEAD61}"/>
              </a:ext>
            </a:extLst>
          </p:cNvPr>
          <p:cNvCxnSpPr/>
          <p:nvPr/>
        </p:nvCxnSpPr>
        <p:spPr>
          <a:xfrm>
            <a:off x="4343400" y="2209800"/>
            <a:ext cx="609600" cy="508000"/>
          </a:xfrm>
          <a:prstGeom prst="straightConnector1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9F1EFD-AB44-3D0B-7B5C-89F07D321FDA}"/>
              </a:ext>
            </a:extLst>
          </p:cNvPr>
          <p:cNvCxnSpPr/>
          <p:nvPr/>
        </p:nvCxnSpPr>
        <p:spPr>
          <a:xfrm>
            <a:off x="4343400" y="2413000"/>
            <a:ext cx="609600" cy="533400"/>
          </a:xfrm>
          <a:prstGeom prst="straightConnector1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19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2026-05-31T10:57:59Z</dcterms:created>
  <dcterms:modified xsi:type="dcterms:W3CDTF">2026-05-31T10:57:59Z</dcterms:modified>
</cp:coreProperties>
</file>