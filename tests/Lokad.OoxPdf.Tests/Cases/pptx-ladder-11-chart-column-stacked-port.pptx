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Hardware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142</c:v>
                </c:pt>
                <c:pt idx="3">
                  <c:v>158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Software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102</c:v>
                </c:pt>
                <c:pt idx="2">
                  <c:v>118</c:v>
                </c:pt>
                <c:pt idx="3">
                  <c:v>131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45</c:v>
                </c:pt>
                <c:pt idx="1">
                  <c:v>52</c:v>
                </c:pt>
                <c:pt idx="2">
                  <c:v>68</c:v>
                </c:pt>
                <c:pt idx="3">
                  <c:v>79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