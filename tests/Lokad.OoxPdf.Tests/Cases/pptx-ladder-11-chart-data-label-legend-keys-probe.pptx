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6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D1-45DD-A0B2-1B6D43EA07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5</c:v>
                </c:pt>
                <c:pt idx="2">
                  <c:v>11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D1-45DD-A0B2-1B6D43EA07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2567615"/>
        <c:axId val="1497686432"/>
      </c:barChart>
      <c:catAx>
        <c:axId val="13125676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700"/>
            </a:pPr>
            <a:endParaRPr lang="en-US"/>
          </a:p>
        </c:txPr>
        <c:crossAx val="1497686432"/>
        <c:crosses val="autoZero"/>
        <c:auto val="1"/>
        <c:lblAlgn val="ctr"/>
        <c:lblOffset val="100"/>
        <c:noMultiLvlLbl val="0"/>
      </c:catAx>
      <c:valAx>
        <c:axId val="1497686432"/>
        <c:scaling>
          <c:orientation val="minMax"/>
          <c:max val="14"/>
          <c:min val="0"/>
        </c:scaling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700"/>
            </a:pPr>
            <a:endParaRPr lang="en-US"/>
          </a:p>
        </c:txPr>
        <c:crossAx val="1312567615"/>
        <c:crosses val="autoZero"/>
        <c:crossBetween val="between"/>
        <c:majorUnit val="2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D5A9-E7E2-265F-FF37-71D094375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EDCEB-4BD2-03E0-3F77-54D79AEB4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BF6E1-E7D6-FF45-6ED9-17DCA8ABE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638BC-1A53-3514-1687-0A41BB5A2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AA32E-1047-5EA6-D4E3-B9ABF7A4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4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91F9-A71E-7567-8121-E6558EA7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E7D9B-471F-A05D-7C77-08F334FCF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CAC1-5976-3EA4-D6C9-9529A39F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8B99-B791-3D03-CA28-8AA176E6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B530C-D5DD-FE59-7407-7861F0EB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8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5761-D829-A28E-C238-A1A54357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B1805-AF34-D0EF-2C8B-DFE994A67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95B6B-CCAA-2824-D6A6-D2E8F81B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B10C-F606-4771-C646-7C8EE6F4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DE29C-F9F7-111D-9F87-5B0694D8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ECB6-E09D-5E2A-801F-06E496E6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815A6-6455-078E-8D91-D3652CBDE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EB97C-F4C2-609B-5933-BF18AF090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2964F-FAD9-C693-54FF-B2E12B49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ADCE7-294C-4FF7-637E-87FA225B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2F428-2CAE-9A34-7B6C-3CEFFC5C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8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26DE-D0E1-3882-A6EC-3A9711E3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392D8-889C-E386-5DCE-C331AFC14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A17B-438E-4016-990A-82E0D8B28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78BE9-97AB-E430-EAE5-CC3523D0F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0000B-B830-CC4F-7C71-189370A0C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A11E64-0F1E-A505-10AC-7A4E08DC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1581E-2730-D918-ACB4-F334C2EA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5C094-2695-2DB8-99F1-DA5B875A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E7A2-3B4F-2998-01BD-6DE3EEDF1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CBEB7-2B6E-3CFB-1836-F904F65E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ED5FB7-9400-EE3A-58C7-1E34123A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4FB00-F355-7BD2-D101-458B791D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3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282C1-92C1-7D8A-B949-14185FB0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054AE-70FD-9335-7F96-48A551FC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ABFA6-80BE-7AEC-6520-6A26B685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0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7180-1A2E-8EF3-9282-067E6F63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9AAD0-64DD-686E-BFBA-4E7E99A98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866E0-19EB-99DF-EAA4-F9DD3B664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1D22A-AFBC-0833-B3ED-4AC22D0C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D0551-1533-580C-4590-591743A5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BEC6C-0057-D257-BC8E-F1A42B5C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3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692C-313B-C55C-A49C-19C3CD76C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D7882-9D3C-DEAE-9EAA-3838D4149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93885-873E-0FAE-E9BE-2D29B7A6A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651CA-FD5F-31E7-035C-32714FDD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0A4D6-64CB-A752-1E15-3E3B18B7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9ADF2-15EA-083F-9A12-2ACFEC40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2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93D-DC1C-0E4A-2894-FF4A39A1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3AFD8-8F01-CDF8-E433-A6E514101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31A6B-D1A8-B972-43E2-D02861AD8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73974-D4B5-49C5-3D68-152723E2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3EF37-9E9C-AAE3-05E8-AE480640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8ABC2-7722-CEC9-2EE3-9E1D0C3D3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5E2F6-9FDE-A9C5-8579-DA911C9B9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5396F-D91B-6444-9383-0424967D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43C4E-D6C3-98D9-A2FD-6067741A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6C7E5-77A6-B892-B29F-9A8AD41E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ADF5A-FBB4-6009-5DF0-F2905069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E43E2-C8B6-D66B-6764-582A286D9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3D263-0D0C-58EA-32C2-04620526D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B01AA-FD43-4AC3-AA8D-1F4CF0BBB40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60D15-6386-2C17-B344-AF0C7AD13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E2734-3B48-0B7C-7B05-A340B1FB6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75339-8D65-4A28-B981-2E330DC01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86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08420A0-098C-F3FE-FF56-D835D40B9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52487"/>
              </p:ext>
            </p:extLst>
          </p:nvPr>
        </p:nvGraphicFramePr>
        <p:xfrm>
          <a:off x="1828800" y="9906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3272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2026-05-28T23:36:38Z</dcterms:created>
  <dcterms:modified xsi:type="dcterms:W3CDTF">2026-05-28T23:36:38Z</dcterms:modified>
</cp:coreProperties>
</file>