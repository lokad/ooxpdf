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24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</c:v>
                </c:pt>
              </c:strCache>
            </c:strRef>
          </c:tx>
          <c:spPr>
            <a:solidFill>
              <a:srgbClr val="4472C4"/>
            </a:solidFill>
            <a:ln>
              <a:solidFill>
                <a:srgbClr val="4472C4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9</c:v>
                </c:pt>
                <c:pt idx="2">
                  <c:v>6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03-495B-BB5E-F98CD398807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Supply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</c:v>
                </c:pt>
                <c:pt idx="1">
                  <c:v>5</c:v>
                </c:pt>
                <c:pt idx="2">
                  <c:v>11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003-495B-BB5E-F98CD39880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386752416"/>
        <c:axId val="175748224"/>
      </c:barChart>
      <c:catAx>
        <c:axId val="13867524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175748224"/>
        <c:crosses val="autoZero"/>
        <c:auto val="1"/>
        <c:lblAlgn val="ctr"/>
        <c:lblOffset val="100"/>
        <c:noMultiLvlLbl val="0"/>
      </c:catAx>
      <c:valAx>
        <c:axId val="175748224"/>
        <c:scaling>
          <c:orientation val="minMax"/>
          <c:max val="14"/>
          <c:min val="0"/>
        </c:scaling>
        <c:delete val="0"/>
        <c:axPos val="l"/>
        <c:majorGridlines>
          <c:spPr>
            <a:ln w="6350">
              <a:solidFill>
                <a:srgbClr val="E6E6E6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1386752416"/>
        <c:crosses val="autoZero"/>
        <c:crossBetween val="between"/>
        <c:majorUnit val="2"/>
      </c:valAx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D0F19-791C-6002-04C6-86E25D75A1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94E0FC-001E-7F3C-B646-F8732B60A9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7700-ECF7-8FFF-055D-F2158C922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446C6E-C1CC-E055-4432-24393A1D8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F0CE3-652B-500C-54BE-A1E8DF90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05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523E9-454B-7547-F6E1-31061CE62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796A-3425-24A0-9593-A599BCA42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D8654-8288-59FB-EDB1-D012DE454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29C9E-8B5F-6161-C713-F189DE814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7E3CB-B76D-BD44-05FB-033588716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57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5E9FC-02D7-BDD3-6B9C-BE6C41BD5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93A6B-C280-2AC6-6C69-1B1FAD7B34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E6291-906F-FA7F-5C01-66C12B9E2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DF173-8CBB-254C-79BB-CCCB6A71E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35EBF6-95AB-3805-6CF3-80B107C10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694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B48BB-6DF0-691C-A725-507B8866A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69C9F-4AF1-350F-8543-791949E79E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C609C6-9346-B6ED-0BD9-B3E3B3031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43C4B1-BEC2-0A02-4ED7-E9A77F21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B20FDB-CA93-CE6A-8C61-1140577F9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73FB7-7FF7-2F11-47AC-122BBDFE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17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FE976-2EFB-BDF9-C6C6-BD86F01E3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267FF8-0A20-F8C4-BA64-473CDD4058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40C3DA-CAA0-75A3-F79E-C827E0CEAF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5B9806-AD17-D204-A037-6CF4CB15AA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417853-0E6B-DBE5-1E96-7FC75EC74B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9FC10B-A87B-0A74-C8C8-D2C14DE3D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0A58E2-51D3-1EBC-DA68-33DF6D9F5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0D41C2-476C-EDDD-8700-05EF84C4F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592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BF889-C592-FA19-F993-D24C799DE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D6523E-AB2C-414A-274C-FAA4D4215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C5F66B-8333-0D4E-CFE4-1799CAA48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D16810-AD1B-5EFD-A259-F3936EA31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41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53C824-3CD8-AF9D-8ADF-B0D94CD5E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347CB9-6B79-7848-8133-81E96BC6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B277D-1241-AC50-1EFD-393F862A1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1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EFB9A-4BDA-387C-EE28-2CBB861B1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4EAC9-0B44-3EBF-659E-9B39DAC86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FF5B1B-AB7E-927E-8F82-76A3ED4CAC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CD8C12-0C91-309E-B311-6CA926E39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A5320-BC07-B5DF-B57E-37315B53E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0FAC3A-841C-DBA7-21E6-394F74E03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331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A9A5-CE17-2BAE-E36C-FA90B5949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BE5118-A69A-9646-E55A-30B8480E61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7DF7F-6BA9-5679-F3F9-729B160632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6A0A4C-EF58-F670-B50A-AC57D11A7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4C6CB4-DA88-17EB-B2EF-C9D7C6A6A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5EAECB-B1EF-8C2E-6E04-AFBB32937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231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A8A58-D226-CD93-13EA-74DD46861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E18947-ED24-D40A-1506-E89478A3A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60E5B-8D04-BC5D-DF15-B773D073C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F10CE-AB34-C322-3134-F07CB443F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89DCF-C521-777B-0A92-61229E110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12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04AEB-D4EA-3F11-27F4-BF87D0CB0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DFB53B-B397-DC0E-1FBE-7FB93A4195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064CDD-9EE2-F2AE-1A46-D065DA639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C28CA-6E8D-F763-B3CD-97B68CDEA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5DB9-0BD3-90F0-76E2-09B67A2FB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377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B87546-1D7E-5CC7-F41D-8196D5DEB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5092B-098F-FB34-7D40-9855F0A819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189319-0285-AE39-AA75-F18CF76BC0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57DA77-7CF4-44E1-8AD6-9D4D0A7CF6A0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F28A2-0265-5663-14DC-0260F0F55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D306FA-F787-A484-68E4-97B9638030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6767C5-12E3-4B50-BECE-E09F33191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954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488D329F-7C9C-9084-4490-00B94A3AD4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0070204"/>
              </p:ext>
            </p:extLst>
          </p:nvPr>
        </p:nvGraphicFramePr>
        <p:xfrm>
          <a:off x="1828800" y="990600"/>
          <a:ext cx="54864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99553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2026-05-27T17:54:46Z</dcterms:created>
  <dcterms:modified xsi:type="dcterms:W3CDTF">2026-05-27T17:54:46Z</dcterms:modified>
</cp:coreProperties>
</file>