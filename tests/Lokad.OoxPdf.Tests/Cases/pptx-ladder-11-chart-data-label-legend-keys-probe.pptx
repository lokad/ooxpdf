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24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</c:v>
                </c:pt>
              </c:strCache>
            </c:strRef>
          </c:tx>
          <c:spPr>
            <a:solidFill>
              <a:srgbClr val="4472C4"/>
            </a:solidFill>
            <a:ln>
              <a:solidFill>
                <a:srgbClr val="4472C4"/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/>
                </a:pPr>
                <a:endParaRPr lang="en-US"/>
              </a:p>
            </c:txPr>
            <c:dLblPos val="outEnd"/>
            <c:showLegendKey val="1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9</c:v>
                </c:pt>
                <c:pt idx="2">
                  <c:v>6</c:v>
                </c:pt>
                <c:pt idx="3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A0-45C0-B7A3-DECF5B27261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Supply</c:v>
                </c:pt>
              </c:strCache>
            </c:strRef>
          </c:tx>
          <c:spPr>
            <a:solidFill>
              <a:srgbClr val="ED7D31"/>
            </a:solidFill>
            <a:ln>
              <a:solidFill>
                <a:srgbClr val="ED7D31"/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/>
                </a:pPr>
                <a:endParaRPr lang="en-US"/>
              </a:p>
            </c:txPr>
            <c:dLblPos val="outEnd"/>
            <c:showLegendKey val="1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</c:v>
                </c:pt>
                <c:pt idx="1">
                  <c:v>5</c:v>
                </c:pt>
                <c:pt idx="2">
                  <c:v>11</c:v>
                </c:pt>
                <c:pt idx="3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BA0-45C0-B7A3-DECF5B2726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320426736"/>
        <c:axId val="1332541472"/>
      </c:barChart>
      <c:catAx>
        <c:axId val="132042673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700"/>
            </a:pPr>
            <a:endParaRPr lang="en-US"/>
          </a:p>
        </c:txPr>
        <c:crossAx val="1332541472"/>
        <c:crosses val="autoZero"/>
        <c:auto val="1"/>
        <c:lblAlgn val="ctr"/>
        <c:lblOffset val="100"/>
        <c:noMultiLvlLbl val="0"/>
      </c:catAx>
      <c:valAx>
        <c:axId val="1332541472"/>
        <c:scaling>
          <c:orientation val="minMax"/>
          <c:max val="14"/>
          <c:min val="0"/>
        </c:scaling>
        <c:delete val="0"/>
        <c:axPos val="l"/>
        <c:majorGridlines>
          <c:spPr>
            <a:ln w="6350">
              <a:solidFill>
                <a:srgbClr val="E6E6E6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700"/>
            </a:pPr>
            <a:endParaRPr lang="en-US"/>
          </a:p>
        </c:txPr>
        <c:crossAx val="1320426736"/>
        <c:crosses val="autoZero"/>
        <c:crossBetween val="between"/>
        <c:majorUnit val="2"/>
      </c:valAx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F0409-FBDE-F5BB-38FC-8FEAAA5343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017BDA-B680-A8AB-8A46-18E0F552A5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7FF8D-73CB-57C8-14D6-16C11D508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32F9-E82D-415A-A9D3-0AF6537188C2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8BC259-884E-0812-655B-402F6D444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46E75-3055-DD1C-91B1-69898CCAC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85829-D41B-4648-A682-E9D6673B9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897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7E68A-D60C-96D5-6AD7-88428D492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5DB14-98F9-148B-F954-527C54B82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757C4-86B7-4F08-B380-13380D44F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32F9-E82D-415A-A9D3-0AF6537188C2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75508-FD6C-83EC-EDBA-C277FB027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255B61-17A3-E0ED-9256-237746758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85829-D41B-4648-A682-E9D6673B9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644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9443C-AC61-726A-DF8D-04DC1859F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BDF1EE-9DD5-468D-48B2-4F5239BFBA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C136F3-0250-61BC-BD36-DC56E9D98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32F9-E82D-415A-A9D3-0AF6537188C2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7ECDD2-F73E-D874-8A2E-824305E1A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BADF6-6D5C-EA72-9DF0-5DCA72E8B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85829-D41B-4648-A682-E9D6673B9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4902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61047-25AA-E43E-3578-1E7CF3C6A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B14E9-99BE-B79E-24D1-0DB714CF74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85D0CE-78B9-31E0-9243-BAEC671676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6A7C3D-B8C9-52C7-8E48-FFF97EE2E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32F9-E82D-415A-A9D3-0AF6537188C2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20632B-265F-0633-1F90-09A30B3EF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BCE58E-C3C8-D4D1-1B28-D78FA0AFF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85829-D41B-4648-A682-E9D6673B9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523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D7975-49F5-BAFB-03E5-3FDEC36A1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307A45-8B24-E221-46FA-478A70F0C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AA3F0A-4D61-D52D-D8B6-336C5A700D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BBDBB5-1181-81B7-85AF-611D3DF49D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2F0A7C-811D-6C9A-4882-62BC54A99B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13A1E1-5CCD-0678-9218-385EEC8F8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32F9-E82D-415A-A9D3-0AF6537188C2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9F6E62-21A1-A6BF-581C-5B6E32C28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D4DADD-C31E-F589-AD72-69446EFC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85829-D41B-4648-A682-E9D6673B9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12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31549-C570-C000-EB6C-9C73945C3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DECF09-BF57-57E3-5807-FF0DEA6C0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32F9-E82D-415A-A9D3-0AF6537188C2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C5B8E5-D663-AD1E-360A-B890BC95A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5D764-984F-A8E1-14E4-264F3FCF0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85829-D41B-4648-A682-E9D6673B9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184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2590D1-FE27-FF61-2756-A3FE0D50A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32F9-E82D-415A-A9D3-0AF6537188C2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93B237-FB22-C3D3-BEF7-77A991DFC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163F4-DD41-6354-878E-081F44C51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85829-D41B-4648-A682-E9D6673B9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044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D3186-CCEE-E66F-F12F-C000D408B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CFDF7-7955-C71F-5953-12152519F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0A42DA-65C5-D303-F56B-25BB20094F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20096-F78B-8167-1B3D-FC1DC5607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32F9-E82D-415A-A9D3-0AF6537188C2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74AA2-B8D1-13FA-4674-CAD61E342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6FC519-C9C4-56D3-49F0-ACEE13764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85829-D41B-4648-A682-E9D6673B9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65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224A0-0896-93FD-C32E-E1FBBC929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560A7E-3157-A8C5-7BEB-C11F4D02DD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01CA26-924D-5F0E-6566-B1733184FC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42942C-1EBF-0370-1CF2-B1A5C72F9C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32F9-E82D-415A-A9D3-0AF6537188C2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2F48A9-24C4-145A-0ED6-3A5025021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14F024-9722-B064-8234-64962CDCF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85829-D41B-4648-A682-E9D6673B9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858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D753E-3A48-E335-DE42-3F7A7DA7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7DE0D2-7297-8D74-9A1C-91BADA8352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1CEDF-652E-9625-684B-F653B323C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32F9-E82D-415A-A9D3-0AF6537188C2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3222D-2B27-757C-FF2C-91CD6720B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4C6B63-84CB-FBBC-8E45-72BAEBCF3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85829-D41B-4648-A682-E9D6673B9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520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0039AB-B0B8-C15C-5213-0FEB14C85E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500F20-15DF-F877-70D4-06E22B0DE9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414496-A281-D790-CE77-022121361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32F9-E82D-415A-A9D3-0AF6537188C2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025632-FE7F-CB0B-5E28-30D1A67F8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CBC361-A34D-D312-C355-7D3D09FD8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85829-D41B-4648-A682-E9D6673B9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207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70C4BA-D541-C05B-05F3-28C9815E3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D6AD4E-274C-A32F-9267-ACCF83D4C0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3FE71A-B23E-3B6C-A24F-48D23BCD40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8732F9-E82D-415A-A9D3-0AF6537188C2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FEA23-639F-7091-DF94-299BC3E701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CDFD5-4726-190A-C5BF-0942BE41B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E85829-D41B-4648-A682-E9D6673B9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212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A5EE690E-D612-B462-6E42-47B5989CE7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4798115"/>
              </p:ext>
            </p:extLst>
          </p:nvPr>
        </p:nvGraphicFramePr>
        <p:xfrm>
          <a:off x="1828800" y="990600"/>
          <a:ext cx="548640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637688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2026-05-27T18:05:37Z</dcterms:created>
  <dcterms:modified xsi:type="dcterms:W3CDTF">2026-05-27T18:05:37Z</dcterms:modified>
</cp:coreProperties>
</file>