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68</c:v>
                </c:pt>
                <c:pt idx="2">
                  <c:v>31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BE-4582-A983-2D5522991A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Secondary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44</c:v>
                </c:pt>
                <c:pt idx="2">
                  <c:v>52</c:v>
                </c:pt>
                <c:pt idx="3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BE-4582-A983-2D5522991A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62561280"/>
        <c:axId val="1036822112"/>
      </c:barChart>
      <c:catAx>
        <c:axId val="106256128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Category Axis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US"/>
          </a:p>
        </c:txPr>
        <c:crossAx val="1036822112"/>
        <c:crosses val="autoZero"/>
        <c:auto val="1"/>
        <c:lblAlgn val="ctr"/>
        <c:lblOffset val="100"/>
        <c:noMultiLvlLbl val="0"/>
      </c:catAx>
      <c:valAx>
        <c:axId val="10368221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Value Axis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US"/>
          </a:p>
        </c:txPr>
        <c:crossAx val="1062561280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D9D44-2E16-B753-3AF6-C134BBA98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8F59C-78C7-BE23-E9C4-E151E7334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9E98F-0741-6D1F-CDA6-3000EE7B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2BC-53CD-4F56-BE47-F3DE0EDC1D8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1914A-CCEC-6AA7-4FC3-E5390AA0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F245B-6066-B9F9-CDB7-026F0447F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566E4-A2DA-4785-9F8C-7E534DC47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6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F404D-9D1D-1F50-E460-E721BFD2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4417E-EE18-28B6-8081-619824043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9E4F1-B298-0611-323C-669B3D4A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2BC-53CD-4F56-BE47-F3DE0EDC1D8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A31A6-F5C8-3F67-872D-BE4BC9E10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1F090-657E-84DD-8269-FF47BAE9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566E4-A2DA-4785-9F8C-7E534DC47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29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93437-C334-F8D7-9CF2-990CAA4A2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911D4-42D1-BBA0-5737-613882B6D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C0D58-C0BD-5C34-7600-94524A0EB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2BC-53CD-4F56-BE47-F3DE0EDC1D8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29060-B014-DEE3-1CE8-1F34E6EC5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FCAF3-63D9-1E00-9B57-F496A54BE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566E4-A2DA-4785-9F8C-7E534DC47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8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8FDE-1071-B7B2-AE0B-5116D95F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F05B5-AF22-72C2-084B-AAA36D0D5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27542-3AA0-9C4E-9404-B8088DA87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D6638-38A4-B370-AA22-F795F32FB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2BC-53CD-4F56-BE47-F3DE0EDC1D8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BF94F-29F5-5EAE-BD79-DA713C422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D7A82-9D18-0D8E-5FBA-5ECD9339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566E4-A2DA-4785-9F8C-7E534DC47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3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BC784-7FF8-7A1B-5B1E-7BA6D867C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9C1B4-FBD5-751C-EB0E-14D46D059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4EA07-EE2B-C99D-4AC4-7F44716F0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620D3-65CC-7CFD-08FA-F2984C25B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A443CA-5FCA-2DD1-EB3C-53A9C3A22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D4BEA-F448-76B5-8BEA-43EC80750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2BC-53CD-4F56-BE47-F3DE0EDC1D8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3DE8BA-AB35-5008-52B7-EC451312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EB7790-B27F-0113-955D-BE0647F5C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566E4-A2DA-4785-9F8C-7E534DC47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89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4EDD-73FE-C8E0-233E-7936CBF1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0DA2F-F58A-9B3A-2BCB-1DFCC154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2BC-53CD-4F56-BE47-F3DE0EDC1D8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C0217-B1F7-5D07-F23F-D400BDFE9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EB844-4668-E09B-1231-F0E79A696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566E4-A2DA-4785-9F8C-7E534DC47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74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B5AE34-BC75-7A34-D3AD-C5173593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2BC-53CD-4F56-BE47-F3DE0EDC1D8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2E9690-02C6-1358-479B-DC2AE3427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6DDA9-4D32-9E7F-6476-1FE2FD21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566E4-A2DA-4785-9F8C-7E534DC47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55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1C63F-4322-4CFD-49C2-297DEE32C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0133E-21C1-F4C8-7FFF-BC36205B7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0B57F-4437-6234-490F-3BC778CE9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3DAE6-7B2A-097B-9DCA-C4ABE2CAB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2BC-53CD-4F56-BE47-F3DE0EDC1D8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9D7DE-087E-FD83-6E7D-943A3429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63174-0260-CEC5-E076-1EBC6E21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566E4-A2DA-4785-9F8C-7E534DC47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11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CD12-35CB-281D-2C80-82E7FAC0A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0AC12-B9E0-7D73-D1EA-B430FDB28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DEDB5-95F2-7398-9302-06D21FEC9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53981-9455-89FD-CF3A-AD01DB44D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2BC-53CD-4F56-BE47-F3DE0EDC1D8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D0CD1-171A-F3C9-8854-D5922AF2A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644B2-7008-F41C-A05F-573DC87D3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566E4-A2DA-4785-9F8C-7E534DC47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31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77E49-35AD-6916-EBB1-FC8496F1D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83226-CE2E-A5B5-5909-33FA99BA9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93C2D-A4EC-9A60-F83A-CAB0968E1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2BC-53CD-4F56-BE47-F3DE0EDC1D8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56698-33CB-A613-252D-654927BD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7FE33-3C70-2F14-23C3-A3CC4ABE3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566E4-A2DA-4785-9F8C-7E534DC47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10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E8040-55F9-B840-FC08-F51296A09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77113-86A4-7E9C-C2CC-53DBBCAA3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7BE21-0BF9-E77F-AC6D-C43DFDED9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72BC-53CD-4F56-BE47-F3DE0EDC1D8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846D2-F041-BBAE-16B8-76368E750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A1858-3B38-2FF2-F5CE-11B1DF26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566E4-A2DA-4785-9F8C-7E534DC47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7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1F683-DB7A-6E89-2B88-2B26974EE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56AAC-614D-A946-2A20-28BB71BB5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80680-C792-2B1D-D8C0-91AD44EA47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3872BC-53CD-4F56-BE47-F3DE0EDC1D8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53850-D9C7-1367-8D87-F624EDB85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99FB9-E84F-FF03-75EE-38CC6D359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2566E4-A2DA-4785-9F8C-7E534DC47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0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B729551-62B1-82E4-4D58-B050D9220F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3127015"/>
              </p:ext>
            </p:extLst>
          </p:nvPr>
        </p:nvGraphicFramePr>
        <p:xfrm>
          <a:off x="1524000" y="838200"/>
          <a:ext cx="68580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28992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2026-05-28T13:44:57Z</dcterms:created>
  <dcterms:modified xsi:type="dcterms:W3CDTF">2026-05-28T13:44:57Z</dcterms:modified>
</cp:coreProperties>
</file>