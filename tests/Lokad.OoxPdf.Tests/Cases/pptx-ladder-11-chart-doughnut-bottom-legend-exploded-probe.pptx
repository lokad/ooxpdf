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C0E7-481B-926D-6B77CFEED156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C0E7-481B-926D-6B77CFEED156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C0E7-481B-926D-6B77CFEED156}"/>
              </c:ext>
            </c:extLst>
          </c:dPt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7-481B-926D-6B77CFEED1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D70D-D941-6BEC-62DC-ECA329407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E91CD-BD12-3ECB-EB5B-0A0ACC8CB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39F5A-2FC2-EBB2-E7B6-E526699F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52EA1-DA4C-6C41-BC1E-DB51AEFB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6921D-2E19-1DF0-F56E-0B4FC9B9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94CE-FAFC-C367-6C51-2718A0A1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9E63-2A9A-D6AA-CCF0-1E2EC644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0AA81-88F3-B473-0D2C-CBAA2570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29587-ED5A-4F51-94BE-26C827D9D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1F83-8CDE-97F1-F36A-E3B19667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6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B903-D30D-5292-DFB0-2A45E77F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BFFC2-64C8-DD21-E8ED-00593ADE3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8FC93-3050-204F-9F2A-554CEBE7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63AC-3DE7-A8FB-F2CD-67A57A48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7FEA7-8C25-1AD7-E782-801CA161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2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6C90-D09A-4E1D-2503-7554D5B8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57E55-DF9C-BFB6-AF0C-D64A6663C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DFDA2-CE2C-A9FE-04DD-1E05AE14F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B7DDC-7D7A-E7AE-9343-F236B8AD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DC39D-39EA-A749-272E-4329C07E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A7B4A-43B9-1DB9-E2A1-E53E0DDB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1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46C0-18DA-1BCC-9C3D-39274B94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073E4-388D-721E-5F7E-5B0796C62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ED6BF-4EE2-9DBC-1046-D3ED69B25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6F29E-478B-7509-043D-B8D8E3A52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7D6B2-0DAE-7E82-928F-88E260867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471F6-ED5E-89D8-7EDA-4767F393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11B98-2644-8293-BCE7-65A22E28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12E47-E580-4C46-0B41-7B5FF254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F6FE-C499-5945-9984-75C03F48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20DE4D-E159-99BC-1A0E-A86C4C62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818EC-8D0C-8F5F-C75D-709031A8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36705-790D-0ADD-ED1D-A6A47B84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6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391215-F896-3BA6-B393-FD139328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06C12-0F38-099D-DA9E-56B07A05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0D539-9CF5-CD6B-1EB8-1C47926D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6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48DE-0022-265E-BE51-AB2CCD00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99BD-E9BE-8BCB-C434-0394A1251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C10A7-7189-715D-502F-7F0E193EE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AF5C8-3292-3CF9-64DB-D992D97A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2205D-C78B-599B-90B6-391DA0BA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1CEE-2BD9-B362-BC78-0A4110BB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3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45D4-96ED-64B0-0529-56625D74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0EE80-CF71-B438-B463-F057D5E02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BCD0E-9D1A-3607-AA79-56280C542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EA81D-23F1-0ECC-11DB-A240BE781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C1315-0AD2-2B96-3CB3-D415DF61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FAB86-33C0-572B-6152-B36D2997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0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1BBC-A9DD-1032-23C5-DC4DDAC4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1CA7B-0A9F-72C7-717C-253836970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50DDA-D135-675C-534C-47939100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CFB77-875F-A574-2249-2DA0A94B5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A21F-DA4A-0A4D-2FA3-284F34C3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5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92F93-ECC2-8A8F-76A4-B9F2D7E41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0A1D6-F803-E677-EB64-7D9BE1405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4CFAD-23A3-0CA7-2450-6A7EFBCF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300CD-5ECA-43E2-9C51-6624808C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2DAE-7AFA-6F6B-F3F5-D51B700A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3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2CF9F-BEBB-CE30-2939-65EB3476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E83DF-1F9E-84CE-7CA0-D9E8117F8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E2EC-67F3-41A7-B15F-0C31277D5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36B66-A64C-4414-89A7-63BBEAA2E75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53467-C0A7-77CE-D4CD-62932EF0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FB6F4-E0B0-B285-3ED1-E905DBB73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60D84-2CB5-4F46-A537-85629140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7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18E32C2-E7A2-6B4C-BBF0-4A25FE59A8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19468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929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2026-05-25T19:28:10Z</dcterms:created>
  <dcterms:modified xsi:type="dcterms:W3CDTF">2026-05-25T19:28:10Z</dcterms:modified>
</cp:coreProperties>
</file>