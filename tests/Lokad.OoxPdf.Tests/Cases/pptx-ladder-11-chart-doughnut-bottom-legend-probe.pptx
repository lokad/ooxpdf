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E8-4841-ACDE-DE127844D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31AA-C8AA-04B7-90E7-3236C781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E1CF9-96C2-EE4D-BC85-92C867483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913C4-644D-A1C2-D11E-0206F04F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6CEC-D567-B1EF-6743-EA286C7A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5FF43-B78B-ECE5-9829-C3E34FF4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6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8D24-4EE9-7812-6B17-7FE2DEC7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D510-866C-8BC0-4BCC-45F2DD1DE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EE4C-A8D4-52F3-2830-712A6553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8E196-3F47-527B-7974-E8AE3420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4FF09-A93F-74A6-10AB-8CF33CE1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3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9359-CB2E-8605-9579-A5DBDA78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F57ED-FF81-1D17-A2B7-7F42AAC81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9568F-EFEF-F29E-F086-170FFC02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67A8B-2918-0001-BFED-939DDA6B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CF46-3926-17B6-7B3E-484C063B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9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526F-FC98-6920-ACE4-26032946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AED63-7A11-00BD-AD80-E88718567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4E3D1-CACF-5956-3671-8C2BCF8D6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E57D4-4B66-AD33-310E-A0BBBB2AD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B224B-306B-B61C-C9D7-03692B21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5EF1D-B2EB-CED2-100D-83BFBBDC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5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8F49-A922-6C4B-74AC-A7C23DC1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E6992-65B1-615C-02D0-5FC40A020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B0D36-857F-4E37-A644-110079B4C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ECC77-FF1C-F4A9-15C3-9437CCB2E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80C60-2346-6DBF-B4F9-8AF0C710A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127EB-F4B3-3048-A702-DFC527F3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C211C-596D-89F1-7E90-E75B2D0F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FBD64-9DC1-E141-42A3-13650FF6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7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58DB-637C-9C92-3734-59DCCB6B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1CC82-13A0-3217-AB34-BBB600FF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5EB2E-FE66-1CA6-896D-47639C78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0364C-7BFF-7627-D157-3A68A530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1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19A04-B4DE-DDC7-CA29-3EB6ECB9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E56AB-0728-B4B1-43E9-4D3578FE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7E0FC-FF35-785B-175F-68856597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4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C4A9-4384-8FFD-C906-3E9A7E6C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9E7AC-34F5-8A02-312F-C456BD27D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342B9-A8E3-CDA8-F182-0F4E808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FB1A7-7046-9F94-E1B2-C217CA9B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513F7-D34F-CCB9-CABA-E22CDE73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6B05D-ED44-E232-C9F6-585D9F1B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7862-676E-4D3C-61CC-BC01DF13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84D18-3D4B-899D-231C-47D0F64EA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14BE3-4FF1-A761-4E2A-CE6E6E323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8DFD8-68B2-5D88-51D9-7D7E99E9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475FF-2CD8-B3A0-05B2-07287F32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436BE-6F32-623B-515C-BB250F9D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2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E4E5-3646-0BB4-7015-0F7A6CD2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8D9F9-1E08-6679-7E07-70CE6B1BB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10BE1-0BB1-1542-4E6E-BA186A99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3CE05-9E8D-3D5E-133F-E05587ED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63E12-07A7-EA37-C16D-65BCA506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9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5C713-0EE3-B38A-BCFE-D32229A42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DB987-8C54-DB34-417E-B490D8B85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81C49-D1B9-DF9D-C5E7-A3455987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B83F-F327-CD18-ECE1-DF193ECE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D2A6-AEA1-DD19-E9A7-2B1D5881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5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5D133-F785-7037-5E69-B208CFED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C5F94-9946-2C95-BCE8-C87A5DCC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2E68-7387-6577-9762-F83C714FC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4D32B-276E-42A7-B2E5-CD3F5AE8C8A8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0F2C-627B-269B-3C76-DEF313FF0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F2BCC-2B2B-5AE2-8DE2-6F740EDB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3C12F-C384-499C-BE44-1FDF223C9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5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A209785-29A0-F581-C595-77A8C7925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4187707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967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2026-05-25T19:06:42Z</dcterms:created>
  <dcterms:modified xsi:type="dcterms:W3CDTF">2026-05-25T19:06:42Z</dcterms:modified>
</cp:coreProperties>
</file>