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explosion val="25"/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918E-439A-8EE1-3CB643493D76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918E-439A-8EE1-3CB643493D76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918E-439A-8EE1-3CB643493D76}"/>
              </c:ext>
            </c:extLst>
          </c:dPt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8E-439A-8EE1-3CB643493D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l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611D-5A8A-96B6-EDB3-855772E3C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4FBA7-23E1-9ED0-2B8D-C076E3385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04E05-5F70-4DBE-952D-C7AB32FF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99397-0A30-989E-7947-9B0E7C88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D9CA5-C127-7D9C-146B-E4D7927E3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2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0148-ACAF-A73D-2E7F-16C2E8BC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F9138-1912-492B-4BE1-38E8C3351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843B6-D70A-E95E-4932-01405D64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F535A-16E0-0D2A-AE95-72CCF2C4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7A88B-D26C-2B86-11C2-35017364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8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62F58-FC75-5B45-4491-A856E130F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8AFAD-662F-D0BE-4E24-BF4A09A95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5836C-92B7-DE0C-BB90-1B48D53E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02E43-30DC-EE1D-99AF-D6AAB79E3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41500-FB80-6F60-E178-2A542CB0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15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4D8D-5838-244D-750B-4399DF47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A9327-1CE4-7A54-6429-3CE9B4C5A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345AB-40BB-1010-7AE6-8092AFB6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FBDDE-740F-5153-9709-26D74E0A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B3E5A-E3B0-13B6-6FAE-D3E48B75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D6092-8191-976A-B36E-F70ED56B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3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6DC2-8DB0-0E8B-E9EF-9E50784F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B9667-C2A9-E077-A28E-954302748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2D71-42CA-1BC3-100A-5701B7062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7319F0-3669-9895-DA64-539889BCB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E85A4-1EC0-127D-42D4-67FA85F71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7B9BE-838C-F770-7B5E-838A83C4D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4DC5AC-390D-7C8A-C71E-2F419EFA3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E63A76-5207-522A-807E-8A7BF6543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40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535B-0E0B-7A5D-FE0F-5B32FC1C6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2B00C-903E-7C76-5029-FB174FAF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AABC5-6E54-4A42-6AE9-5C77B3F1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C79A7-C2FC-BB37-A500-A1350CC9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3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D3AB7-0237-954B-60F3-23683DC2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B3A26-B7FA-812C-F1BA-E54CA7A4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09CC6-D82C-E1C8-AAE5-E974C015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30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940E-E5FA-14B4-5E15-CEF0FE70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4B730-990E-965A-ED6F-15CDF2561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8D7CF-D6EE-8537-5DE0-21D844828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9C78F-815C-F32F-380B-01D3FB062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0285F-EF1F-E2F1-7D84-603AFF84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91CA2-A866-7F13-AACB-C87AD1B0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38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4499-42A9-411B-019E-253979612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B04E6-A151-44C0-5127-F715D603F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42013-1EE0-F376-C6CF-87B4D3188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EBD68-E9F8-FE5D-10B7-99932864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D0692-2349-6A15-9E55-CEEE2F9D4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D61E2-F9D3-EF12-FCE7-096FF6F4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5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FB12-469D-3FF8-09F1-CA3F4F9D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1E990-192C-7734-A161-5069085A3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CCD87-0C07-A154-0172-7D3708F6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575B1-ECBB-0094-F5CE-FB144547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509C0-D131-3F5F-12CF-7DFA8236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9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420BBD-C169-2A94-F355-D0D60A7F0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2F96A-60C8-0532-CA76-B7AA28B76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7B079-A73C-79EB-556F-0D0252D89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05B0A-059F-07E1-2BE0-094B400D8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29CDC-1BB8-EBE1-6AC9-0516041B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9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8D16A-C049-E88B-3D7F-65AF140E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B5F0B-F7C7-1ACE-7974-909703712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73905-2A59-6297-734F-BA5777714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7D7EE-1FA9-4869-B4E7-782F25E71BB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D01C7-BDBF-B961-12B4-74C053C99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44F57-D7DF-7E1C-1198-F6ECCD025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DCAA5-5C95-42CE-852B-10581E1F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6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A76B8C4-48A1-6A54-DE63-797EF4F50E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122862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47187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2026-05-25T19:28:06Z</dcterms:created>
  <dcterms:modified xsi:type="dcterms:W3CDTF">2026-05-25T19:28:06Z</dcterms:modified>
</cp:coreProperties>
</file>