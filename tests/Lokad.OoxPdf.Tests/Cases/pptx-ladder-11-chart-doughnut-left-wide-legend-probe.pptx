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67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3714-4736-A104-FAF3C8B3712C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3714-4736-A104-FAF3C8B3712C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3714-4736-A104-FAF3C8B3712C}"/>
              </c:ext>
            </c:extLst>
          </c:dPt>
          <c:cat>
            <c:strRef>
              <c:f>Sheet1!$A$2:$A$4</c:f>
              <c:strCache>
                <c:ptCount val="3"/>
                <c:pt idx="0">
                  <c:v>Albuquerque</c:v>
                </c:pt>
                <c:pt idx="1">
                  <c:v>Constantinople</c:v>
                </c:pt>
                <c:pt idx="2">
                  <c:v>Wolverhampton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14-4736-A104-FAF3C8B37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l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F055-4928-D425-1FF6-CBBF4DC21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B4D16-9D23-9E17-59EF-EE13F5283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AF49-F5FE-98D2-4774-E1BF5BFB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73BB-E316-BA5D-B3F9-DC9F0913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3B31-A037-39F9-7AD1-25427C02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1270-A392-3DF4-3C33-ADDD751F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F7046-0F00-BDD3-067F-58ADF67E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7580C-E342-1752-B790-543D2B50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F1F7C-7337-2F59-3D31-AF0BE6BD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894C2-E7EE-0C60-B694-4DF70167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5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B498-9309-E528-781E-379A25BB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F9DAF-F456-E016-F4EE-9D18D7E1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48E87-F822-D9EE-B7BD-B4DC0B85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3ED7-3A73-65BB-E8C9-379A3EA0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FA515-1308-18D8-FC9E-5B3DBF8A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F62D-F72F-26BC-C99A-6F616923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5C760-5F32-942C-C545-B2DC5594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2678C-E921-4ACC-E73B-558219B1B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CDF1-F680-0665-4708-911748F9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CE528-4A01-1CB5-FF33-A3416FEC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DECA4-0DC5-5096-7C30-B166A9A6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26FF-1770-BD1E-8BA9-1DDC43D7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FD50C-362A-D37A-2158-CEF5793B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C52DD-8D80-DA0F-C13B-DB78BD055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61360-B9F1-84AD-F4DE-0B7C54572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17E1E-B14C-E109-D8A4-91C3612A9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94E92-3EBC-B35D-321E-C71C9096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7BAA8-4DC7-707B-BCE4-B50246AF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024CE-1BD4-2819-7EB9-2B51D1A3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5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075C-BDDB-1B43-4678-AD3017B4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99F5F-558B-B1BB-8383-EE760FCA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A1959-E6F4-9662-345A-B16030A0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3E9F6-59F1-D938-96F0-4E44F6AF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B1780-B5B8-91E5-3E1A-E4FC70D0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6E83E-9C3D-1378-FED7-DBDDBBB8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8EBDD-E1BB-D252-0BF1-9523659B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6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25A2-8346-A7F8-001E-33D0B0BC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5771-2ADE-9DA6-893D-C575F91D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83C58-AEB9-C0D3-4D10-D8E7F2A48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B7B50-C2AF-B796-BE74-8FD20D66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694D1-CAC8-3898-117C-250701BB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16E64-4CFF-CFC3-CB15-A66C6F40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1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4936-1EC6-1CC3-E462-6D818153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23793-04C9-C5B1-ABEB-C31DB845C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62973-89B0-18CE-3942-927476ECF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439C9-5E4D-7323-B397-CABF716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B6476-58CC-FB74-892E-F92AA05B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08D06-B520-D9D9-3A29-2C967842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9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4633-3CCB-35CD-5156-553FAF55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909C0-799C-F295-F383-E6C12FE08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4B956-0796-0722-B975-472F7B02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82AD5-8858-87BA-1D3C-884B2837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064D1-3572-8861-6BB7-47D4386E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0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9D88-36B7-607F-C25E-4111203C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CA7E3-AA2F-AE36-072F-0A95ACA5E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1C59-9707-6B82-535F-AD2A20FD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09AB8-B131-1794-FCD9-34E4B39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F3B8-4D4B-2B5E-4074-DC97FCF0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1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1FBB2-7635-A333-9EB9-8EEFF792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BEC71-66C7-7836-9E60-3BE63583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909D-8A2F-B755-5EFE-424A7EB45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881FE-617F-B19C-9B3B-81FAB6F6E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3DB98-BC95-6E8C-B662-A32556D31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2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5756E2-49DD-29AB-A25B-B188D7165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6729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712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2026-05-25T19:03:44Z</dcterms:created>
  <dcterms:modified xsi:type="dcterms:W3CDTF">2026-05-25T19:03:44Z</dcterms:modified>
</cp:coreProperties>
</file>