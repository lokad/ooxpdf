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126A-4341-AFD8-14406E3D452B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126A-4341-AFD8-14406E3D452B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126A-4341-AFD8-14406E3D452B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6A-4341-AFD8-14406E3D4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1113-A50F-DE75-C1DF-F1B29B6D7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10036-7F3B-FE44-3936-1D5DD35A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04-3260-C32A-1AE1-2CDF5447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4E4DA-91F7-F677-9643-9EB1194E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A6CE6-A363-D9D5-4453-144CA6CE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0FBC6-4216-9AC6-DBC1-A286B0CC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422F-C668-890B-FD32-CDABE3407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5938C-B7B6-68B7-5B33-E860F049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18C4-0817-BCB6-EFB1-CCF3DDDB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678BE-2C6A-FBC9-49C7-74BCDBB1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8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FE7-2766-1D91-B4A1-3865A4D7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769FE-559F-F213-2D51-8EC613E4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E91D6-DCCE-7FD8-05D5-BEBC194B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38DB3-5991-E2ED-3850-B59030D9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CA3AB-184C-71CD-3DCF-A804774D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4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2C7F-66B0-D837-C08D-FB268F185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F948-3FE9-22C5-59C4-D464A69B8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08493-70E2-BCCE-23B8-235D5C548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8A636-FD1A-27B7-4541-326976CD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F0AC1-D59F-4597-FC6B-428B5724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57B83-8C95-37C9-6830-E7D3FFF9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8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23BD-E893-CBF7-E8CF-742E5304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79830-B6E8-4190-3506-44D8EAEB4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C445C-A07D-DE42-8D25-25C82275D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3B5FC-6D88-EDFD-0C34-3F33DAF40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A2E7A-B885-7436-33B9-DF3B3604A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8A3C2-5D98-3E93-2BD0-64A18643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421FA-E45B-A1DF-D375-4ED87D23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9C8C1-D33E-6683-558C-2787A31E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6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D80C-6517-1897-8F8E-F1B9D66E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9911A-9C6B-0367-726D-51F6E37E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8CAD2-EA25-C3AB-3510-64237065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12088-40AA-7325-34BE-9A3AD291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3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8BD00-F0FC-4DDC-05D8-15E179AD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392E4-4F74-5069-C175-31672648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E8CA-CC80-E8E9-154E-044D3E66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C5C2-15A8-9471-1BD7-8B285B2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0B7E-9FE1-9A8D-BC24-6CAA26EB4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8E263-5AA3-7425-B59B-6717B1430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CB4FE-DD30-7E70-0D71-8574DB8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1CF8E-3C0D-11BA-412F-B9AED8F8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ACE98-7309-A9B9-0782-704910A3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5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4303-EE43-7928-7A8D-99F78A8B6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19BB8-ED65-29A0-C33D-679796BCB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D32A9-2341-4BBC-AE61-387610A39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733B4-C71F-EFEC-9795-57FF1B86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2EA36-80E6-18F5-D7DA-8E58A5BE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46DCA-82F8-29E5-25CF-6F6CE048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C5FB-9504-7C64-5965-47F60E3C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90299-B1CA-2908-1563-4450C461C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15275-5A83-38B8-85A0-90AAC417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51384-D4C0-0EA4-6958-7C58E149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942B9-30F4-FD32-7B41-61666209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CEF8E1-2C15-0828-8A3B-7046A4E0D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E3F2A-3279-668D-0434-FFCCF86E2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C789-55E9-98FF-2403-601785BA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1C0C9-743A-F948-5462-56622F27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0E703-479D-1732-40C4-3C850213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6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83BB6-3116-B043-6414-F2898ACC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21D9A-9E04-F29C-3898-71765D1A5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24440-FB06-7587-015A-085E2F93A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534DB-4E3C-40F6-870F-EB0A46CD2A9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740D6-2B3C-D0CE-442D-0323D842E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5F329-C852-288F-FB06-ABD0CD7E6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9DD09-8B0E-487E-996B-6B978C208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3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C6E6AE7-582A-306D-4B98-54F21FA13B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883255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974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2026-05-25T19:28:04Z</dcterms:created>
  <dcterms:modified xsi:type="dcterms:W3CDTF">2026-05-25T19:28:04Z</dcterms:modified>
</cp:coreProperties>
</file>