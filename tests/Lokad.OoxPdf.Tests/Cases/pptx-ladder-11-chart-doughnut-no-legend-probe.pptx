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0D1C-4BDC-80E9-E0B169CB414D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0D1C-4BDC-80E9-E0B169CB414D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0D1C-4BDC-80E9-E0B169CB414D}"/>
              </c:ext>
            </c:extLst>
          </c:dPt>
          <c:cat>
            <c:strRef>
              <c:f>Sheet1!$A$2:$A$4</c:f>
              <c:strCache>
                <c:ptCount val="3"/>
                <c:pt idx="0">
                  <c:v>Complete</c:v>
                </c:pt>
                <c:pt idx="1">
                  <c:v>In Progress</c:v>
                </c:pt>
                <c:pt idx="2">
                  <c:v>Not Started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1C-4BDC-80E9-E0B169CB4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F163-B5E5-7587-89C0-577055C69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4AEB1-0402-7CF9-7217-BBE13FD43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55825-2068-60A0-CF30-CA07D1AF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5313F-4578-DBAB-D274-483EF286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F6224-D06E-757C-537C-23065ADC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8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9D76-1797-A93D-6C81-D68E41A4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B0F6-02CA-4912-CBFB-3D499C394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93791-7C26-0181-C103-14E10F83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48E93-5F46-F970-C2E7-5800AF4D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4E3E-D4EE-3FD3-24D3-0F85994C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78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EC05-054A-8C58-BEF1-2B369A55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555C1-A972-594F-4F53-686393FAA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87EB0-2C16-8AD2-4B29-BB704035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9A921-D218-FAA9-DF60-B41BDB00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4ADE3-84C4-4F44-0A21-AA5F4643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5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4963-0AB0-6ED9-D209-3F029A40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569F-4098-3305-D52F-20780E87F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F1FEB-3236-215E-ABD6-626EC22C1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0D77C-46F0-31A7-5B0A-6E5A9455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C8541-D8B2-E286-05C2-C30531A7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BF6A7-3A5A-907B-ADF5-2D6BAE5F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3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D343-B344-191C-FEBC-D99BFA65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3EF63-9310-48C1-BE79-A018C1DB0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924AC-5EFD-7A4A-FE82-F4E4CA280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CA74F-2BF0-C251-4C45-427B68290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BB45D-9245-9CDA-56DB-DCF2DED0F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4750D-7DA8-A1A9-9A7F-43C056A5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05E56-89F6-7FBA-70CE-77088012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C864D-BE6A-02F7-F2E4-318506CB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45C6-E93E-2523-BAEC-A24B626B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9199D-0E22-DC7E-1F71-595732F1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C2B2B-67C7-F050-0A79-1ECE170C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0004F-7A30-431F-5A01-7F6BC79B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2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DB038-765E-61D2-F513-7DAF84AE4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EA991-DB7B-B556-011F-410356579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9A3AF-D33B-DA22-01BF-1BC235B8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3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D87E-FFD5-6F2D-B3A1-68D0576B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740B-5E53-F22C-999E-ABEE8638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03B49-E7A7-04AA-AEBF-282287F9F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2D371-0FA9-11D1-1221-5B9BB85C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2C029-5E3D-7B89-38C3-971C76DA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BBA96-7AE2-468A-7990-86ECD796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6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3493-47AC-4A46-DCD0-1CF3555BE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E9FB8-4B41-3601-7840-A4498869E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A53F7-72B8-B6CC-77A1-DD47819F9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45931-8B1E-AFD7-04DD-8A76E2B2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CF78F-6A0F-BAFC-D8BC-1AF515DD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A5EF3-6EDB-6EEE-DA5A-E2EC265F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8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B7D5-B117-2CB7-9E98-526B010F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70D18-0715-4D8D-26EC-E48332D4A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DA3AB-689E-9CB1-0E9C-53902000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5B78A-FC94-CA19-0CEF-0440806E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F66D6-7FE7-AA11-0383-06AFCB68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4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5C395-B3E0-7F36-2C4D-01CE5DCAB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4256-119A-D09A-DA23-A58D2FC9C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5E3D-9F53-49D7-3AAF-7EC79C4C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D6EA3-012C-B7DF-1B02-42517B40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22E7E-A8AB-D6A3-33F6-901D0EBD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3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13D1B-EAB7-9248-307E-ED42E48E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13C46-8789-B9FB-DE07-D8E79D732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2CB9-DA67-8012-BCE1-57F43EEC9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8A83A-D924-44F9-8D6D-F11DEA919A3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76B20-9513-E530-462B-2AF1EAE43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4EBD-4835-D35F-3099-66C158EAF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7C095-0299-4EC3-A468-001872B46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2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AC9BF94-3214-F24E-44E1-4401C1EB30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8503515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9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2026-05-25T18:54:29Z</dcterms:created>
  <dcterms:modified xsi:type="dcterms:W3CDTF">2026-05-25T18:54:29Z</dcterms:modified>
</cp:coreProperties>
</file>