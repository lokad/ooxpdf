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Complete</c:v>
                </c:pt>
                <c:pt idx="1">
                  <c:v>In Progress</c:v>
                </c:pt>
                <c:pt idx="2">
                  <c:v>Not Started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1828800" y="457200"/>
          <a:ext cx="45720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