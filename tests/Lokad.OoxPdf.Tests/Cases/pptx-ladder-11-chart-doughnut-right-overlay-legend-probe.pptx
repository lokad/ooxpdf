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16-4A95-9F97-5CD44190D5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overlay val="1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6491A-CA64-D603-2878-B16F16B78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0F4BB9-0807-40B7-EB5B-A06CB398AB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A32A1-1E8A-A21F-45C1-130E6C6C9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1313-FDE8-41BD-A613-07FEB319314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91DE8-2F26-3A5B-905B-1F906D5FE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F8331-54DB-0710-A0DE-62B177E16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AE2C-3F60-40F0-94AD-E71F851D3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671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3AD74-9B37-756E-6980-8C6A60726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CE7BF-22F3-3B37-E528-F37937C1F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86B14-4BF5-BE64-FC7D-D1B7B5BE7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1313-FDE8-41BD-A613-07FEB319314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0CF99-0980-1EBD-14B7-B49CEC531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79A26-BC26-CDC9-69DB-88EB99AF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AE2C-3F60-40F0-94AD-E71F851D3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70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1C1EF-383F-3BB8-30FA-F639C7EB2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8240E-6B5F-ECED-B323-D43F8C69F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62ADB-0305-4DDE-190B-CC766DBF1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1313-FDE8-41BD-A613-07FEB319314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501D1-6620-12E7-F575-ADE202F12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CF287-79C9-3BF5-C56C-6435298C6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AE2C-3F60-40F0-94AD-E71F851D3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724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2FE81-C658-A013-E014-8B0FB928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F4903-6F83-5AA5-501C-E44F9F53FB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DA338-628B-8B5F-7022-7715CE53F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856DF9-3F7C-B2A1-9CF5-80F533A66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1313-FDE8-41BD-A613-07FEB319314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6D1F5-0A82-D0BB-436E-C53528C5B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4DEE6-F178-718E-0050-CDFEF72A5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AE2C-3F60-40F0-94AD-E71F851D3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87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0D586-130E-2B29-4570-EAA577F24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05F67-7CDC-C296-4E52-F309C3806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AFF57D-17C9-AF06-3BFC-7A1C09FEE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F743FD-68F0-BDE6-0A25-DB7EFAAE3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A2389C-CFA5-3920-D66A-4C88D22C0F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07F6F5-C8FD-7D52-A1F1-8CF6C098D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1313-FDE8-41BD-A613-07FEB319314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D62753-4361-B3B8-EB50-D958E178F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5ECEC5-B4C5-BDC3-DCF3-DE09A4FA7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AE2C-3F60-40F0-94AD-E71F851D3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57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D3828-BE74-192A-16E7-136F1147F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CF8CFB-638A-A491-DC68-5D06EA6A2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1313-FDE8-41BD-A613-07FEB319314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A7D4B0-86BD-E7D3-6BE6-5D2473155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D0A3D-3CEF-275F-2F35-8A41FE1D2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AE2C-3F60-40F0-94AD-E71F851D3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334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7680B9-4613-9FA2-CEDE-12B812AB9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1313-FDE8-41BD-A613-07FEB319314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C4BC26-56F9-6DBE-91D6-DDB91FCA3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A063A-8D19-1705-1D32-E022D96F6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AE2C-3F60-40F0-94AD-E71F851D3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521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737C8-65B9-8F4A-5BD4-ED28D0714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E0ED8-B3B4-0391-E69F-0C577CBA1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B2479-2175-F5E9-086C-23E6FFAEF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CBAEC-9593-BAB7-4601-899E163A0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1313-FDE8-41BD-A613-07FEB319314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E2EDC-6632-95C2-276F-05B9D6CD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630F1-B7A4-B5AB-0B73-FCCE7BED5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AE2C-3F60-40F0-94AD-E71F851D3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981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D0802-031C-E19A-C740-DD99E2E27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A63B24-ABEB-4058-F8D7-6641DB346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C1C29C-35A7-7C1B-2752-2CF4C054B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E35D1-8DD3-D63F-AF32-4FED09581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1313-FDE8-41BD-A613-07FEB319314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535FE-2DD5-746F-33D2-1E9C869EF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B90FB-FB60-625B-8891-7720C5B35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AE2C-3F60-40F0-94AD-E71F851D3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14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F9233-DA0E-4140-725C-33A53F316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2B066-CF2D-59EA-D7A5-A479C94A2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EB86B-B8BE-94C4-DBBE-91E29B5F3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1313-FDE8-41BD-A613-07FEB319314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F4274-B254-7877-F87F-365B1F9D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AC482-E771-5ECF-05C8-6C14C166F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AE2C-3F60-40F0-94AD-E71F851D3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05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462CC8-1046-236E-1D13-58A0FE598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6F787-7BB1-67B5-15C6-FD1419DA4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25561-50FB-9638-6574-0F6F90097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D1313-FDE8-41BD-A613-07FEB319314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223E2-3466-2149-DEA9-A61C3ACF3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1D691-433C-F540-20B7-8F8973FC2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AE2C-3F60-40F0-94AD-E71F851D3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0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08805A-3116-0778-02F8-F165E4749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4EE0D-E581-2721-6BB3-6C61B5867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EDE06-8349-207E-B9AA-88A37F5D5C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6D1313-FDE8-41BD-A613-07FEB3193143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B57FB-6C65-2D9A-43DA-98F2D5E235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DFF5F-458F-97E7-E60C-2FF913CF81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EEAE2C-3F60-40F0-94AD-E71F851D3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5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98ACABE-9A33-540C-BCB1-B019AD7512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4689577"/>
              </p:ext>
            </p:extLst>
          </p:nvPr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1303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2026-05-25T19:06:48Z</dcterms:created>
  <dcterms:modified xsi:type="dcterms:W3CDTF">2026-05-25T19:06:48Z</dcterms:modified>
</cp:coreProperties>
</file>