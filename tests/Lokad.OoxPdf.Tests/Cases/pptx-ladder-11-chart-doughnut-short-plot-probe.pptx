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explosion val="25"/>
          <c:cat>
            <c:strRef>
              <c:f>Sheet1!$A$2:$A$4</c:f>
              <c:strCache>
                <c:ptCount val="3"/>
                <c:pt idx="0">
                  <c:v>Madrid</c:v>
                </c:pt>
                <c:pt idx="1">
                  <c:v>Lisbon</c:v>
                </c:pt>
                <c:pt idx="2">
                  <c:v>Dublin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457200"/>
          <a:ext cx="7315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