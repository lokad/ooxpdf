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8545-497C-81B3-4ADF5D5E38DA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8545-497C-81B3-4ADF5D5E38DA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8545-497C-81B3-4ADF5D5E38DA}"/>
              </c:ext>
            </c:extLst>
          </c:dPt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5-497C-81B3-4ADF5D5E38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t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2987-B3DA-C1E8-C4A7-A5022D747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D4DE5-609E-839D-F186-EFD385795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E1F47-F428-A013-1FA2-E694A8A6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1F4B-0E2F-CADA-F6F6-BF362BE0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EEE7E-39B4-1C0B-1584-CB8AD6EB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40CD-A6DD-D275-7F7C-5EFE006E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A29D6-5EAD-C592-C22F-6DDF09117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D2370-D665-8317-3B19-88282B21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BDB47-2F24-D550-E845-AB3EB1D5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3564E-C2EC-CD2B-BF9E-E0D112E3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3C68-4C62-EA06-1EDA-F05C7EEC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DC1A8-00AE-9200-1CAD-A5946C04B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BBD78-77BB-4E4E-81BA-474042C17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60985-6C3E-36C2-633C-612C98C9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A2CA4-F28A-9956-C359-C2E5DC04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9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C7AA8-B5AB-0A60-0F68-D7F8EFFD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8B90-4DFF-3B0B-47D6-C80CB5D91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B0A2B-AA8F-95F6-B9B6-C4A31C23C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61E7-33E2-6E89-D27A-C0EE074F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4FF2-C6AB-0F93-B35C-10BC8931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5CCFC-6C49-F850-B003-E55962FF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3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2F8C4-9E5A-C9C0-4BE8-7E6EE37E7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3A9E6-F39E-4637-C0D7-911E66438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4A8AA-E4D9-C1B8-2D29-D8D53FFDB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4AA15-4B0B-E2B8-2D8F-20CB3C663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DD32B-4C29-01F3-2CBD-3EF3A8331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935C37-848E-2D14-38F0-DC5F96F8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FC382-C813-A110-65A2-6D9E96BB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EF14-94E8-90E3-7E2D-15885D5B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51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0E0E-B53F-6AC3-8251-50C3EFE0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2CA75-6496-10EA-FD14-F3EB5B87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044B1-3C3B-8572-F96F-D4CCAE970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E2C20-6D15-C8B4-9822-B52E59EA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1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91EA4-956D-3208-A88E-2EB2D372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D05-ACB0-8591-32D5-504F558D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2BF2E-6C8E-AFE9-186E-A7F83670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3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D81D-67AF-386C-3DA7-1100E8F7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B577E-2449-DF21-FDF8-1B2A23BBA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C3D2A-DFE4-9AEF-3E29-AF7F72103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462A5-3820-25AA-00A7-CE73D85A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08D72-73CF-47D3-32A7-A461DA9B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7995-6D3A-BE3A-7D5C-CC915FB0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65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5F46-952A-65E7-12EF-CC053129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ADA61-A0FB-A6C2-75D3-56D2AA787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D0C3F-2D26-7D23-33BC-C123B7B6E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66252-764F-3B90-2E6D-EA57D6E4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11D69-FC32-9A0B-1E06-EFC2E77B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A7883-5807-D748-85A5-F7DDA6CB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4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6ED7-DDC4-9A8A-2902-492936E9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92F15-8B1A-1113-C299-E01B40EB7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773A-F5BC-2BC8-3AE4-CBD658AD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98C2-B251-B0CF-5D30-F59AB922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2252D-92F0-75B7-8937-B0FE0817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8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D348A-1D05-A7B0-07D3-1F4DB4249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3EADE-A051-F0BB-17B3-DB5FE12DD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E29E9-CD6D-432F-6BCA-C3D33291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453BD-38AA-5696-F3CE-C8035664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5F24E-C371-D044-D56D-C9F14C94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7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5B952-EDB1-1EA5-02B5-A3CEE0A2E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051A2-97B9-8A1B-2D21-38DDACDC1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906F-9709-9E1F-DB2C-B6D530DAA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31B6A-CC1D-48AF-BEF2-89064CB3817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799A4-13EB-0CD2-5B98-D3069E98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2A99-5CBA-86AF-7745-5DAB34125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DA4DE-0E9A-4585-AEF5-DA0082D96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8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99D69FD-C0AB-9F87-E71F-40F19CF4D0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549707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226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2026-05-25T19:28:08Z</dcterms:created>
  <dcterms:modified xsi:type="dcterms:W3CDTF">2026-05-25T19:28:08Z</dcterms:modified>
</cp:coreProperties>
</file>