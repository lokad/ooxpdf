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429E-417A-B369-B84BF7DD5856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429E-417A-B369-B84BF7DD5856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429E-417A-B369-B84BF7DD5856}"/>
              </c:ext>
            </c:extLst>
          </c:dPt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E-417A-B369-B84BF7DD5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59851-086A-D08D-D79E-D10A33470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CB4DB-8DF4-F154-E93A-9ACB42FB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682E0-EBAB-C1C3-883F-183BDCEA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4CDBE-4196-8BBF-14AE-07191B56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2EF61-3C92-86B6-C0A6-83EB6A2D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1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C279A-B00A-D24F-649E-53347659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38A79-4F4E-817F-8676-C0473E1D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F503-743F-40F4-936B-B0AAF61D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AB846-4E6D-9F90-0022-8073EA78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EF4EC-74CC-23FE-2557-DBE674555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0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4472-E672-DE63-1F74-DECA2C1A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300F7-A1F1-C971-3BC6-749418086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19984-655A-4A1B-E115-36C4DFA3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4118-DFEF-2F53-72B6-3469C3D5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8CB25-9ED2-1B18-364D-D65E0CA0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2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EABC-FEDD-BAC9-8014-F822477A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20C74-D61D-DEFF-A33F-DAC8D45CF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099DE-F171-A81C-953F-83328CF51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53494-D401-D89B-990C-4353C82E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27A0A-5063-AD1A-765D-C653636D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C5CC1-5539-F6FD-A994-18C1D5C4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0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ECD5-DD27-2F3D-794B-E4402379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DCE87-70A3-164A-5006-77A2935C4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89FFF-9732-A906-DC42-FE11E12FB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3128F-948A-3CAA-BD6B-C2797EB48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683E1-058B-543B-39E8-B80EEB557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DF139-B58C-B0E0-9992-5D963175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4A9FE-C20E-0529-CE03-55648E6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8CBC0-1967-9664-F7D0-5B6FB412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308F-90EB-EB29-21D5-1D1E7418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C854F-4315-95DA-5F86-F5821825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6E5F9-D451-534B-11D9-B14BDD96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A1C7E-3DA3-83BC-5583-1FDCA96A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72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E6F20-707D-A8E8-937A-8F9F79AA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31117-E615-EA24-CA66-1AFD8D13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56AE0-768A-420A-58DF-8A1822C4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CAAF-41B9-1F12-9D7A-A67D83A3F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45155-1E2A-E00E-8FBD-26686CF43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CF411-6314-60D9-AB9A-81BF34287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0477-A0E7-EC64-9DBA-C38C0B3F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B5524-2C5B-CE16-67F3-6B349CAD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B787-5887-FC53-795B-D5163B7D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6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C4D7-06C0-0AA2-4591-976FE81F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2D6A9-C0EE-B89B-1FCF-E687831FF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AA32E-103A-4A1F-299C-AF30AFFFA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98B70-2135-5611-989E-813668FD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2C108-A9A6-FA97-9F9D-08FF3FAB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1BD42-F08E-90CD-89C7-FECA0FA8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3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0120-EEF2-74B3-68E6-ECC98726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00CD8-55CA-2F66-C144-F98A2A34C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95EA3-2578-7C05-19EC-BA3645B4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0A54B-38A4-9EF2-5581-AE154F17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E44C5-F1FD-24B8-736F-7F708A59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1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D4B22-C356-A11F-3AE3-041C30ED98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18481-6812-A295-6F15-944857FFC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6FCDB-CBD8-35CD-AFC5-A4404B2A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81E27-6C99-F854-7349-249419E6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4087-6452-EA85-958E-76331655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3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F81F01-472C-7FEF-1737-3037B3B4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47DA9-A21C-7779-0385-86B5831E3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9B27D-08B9-3003-F27E-1794FB3CD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371C-440F-4126-B04D-12B31C6E5FA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C036C-4E47-0EC9-32D0-7AF648E6A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EAA9F-A7BF-08C2-4F92-9C7B3DD51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E639C-AF07-4CB1-8B97-FFDADDBF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8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40A2FDD-EEF6-B4EB-6306-0E40E99A7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3932891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40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2026-05-25T19:06:06Z</dcterms:created>
  <dcterms:modified xsi:type="dcterms:W3CDTF">2026-05-25T19:06:06Z</dcterms:modified>
</cp:coreProperties>
</file>