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Website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1350</c:v>
                </c:pt>
                <c:pt idx="2">
                  <c:v>1100</c:v>
                </c:pt>
                <c:pt idx="3">
                  <c:v>1450</c:v>
                </c:pt>
                <c:pt idx="4">
                  <c:v>1380</c:v>
                </c:pt>
                <c:pt idx="5">
                  <c:v>1520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800</c:v>
                </c:pt>
                <c:pt idx="1">
                  <c:v>920</c:v>
                </c:pt>
                <c:pt idx="2">
                  <c:v>850</c:v>
                </c:pt>
                <c:pt idx="3">
                  <c:v>1050</c:v>
                </c:pt>
                <c:pt idx="4">
                  <c:v>1100</c:v>
                </c:pt>
                <c:pt idx="5">
                  <c:v>1180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API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300</c:v>
                </c:pt>
                <c:pt idx="1">
                  <c:v>350</c:v>
                </c:pt>
                <c:pt idx="2">
                  <c:v>380</c:v>
                </c:pt>
                <c:pt idx="3">
                  <c:v>420</c:v>
                </c:pt>
                <c:pt idx="4">
                  <c:v>460</c:v>
                </c:pt>
                <c:pt idx="5">
                  <c:v>510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