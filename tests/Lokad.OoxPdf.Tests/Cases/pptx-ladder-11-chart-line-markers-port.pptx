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82</c:v>
                </c:pt>
                <c:pt idx="1">
                  <c:v>85</c:v>
                </c:pt>
                <c:pt idx="2">
                  <c:v>79</c:v>
                </c:pt>
                <c:pt idx="3">
                  <c:v>91</c:v>
                </c:pt>
                <c:pt idx="4">
                  <c:v>88</c:v>
                </c:pt>
                <c:pt idx="5">
                  <c:v>94</c:v>
                </c:pt>
                <c:pt idx="6">
                  <c:v>87</c:v>
                </c:pt>
                <c:pt idx="7">
                  <c:v>96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  <c:pt idx="4">
                  <c:v>90</c:v>
                </c:pt>
                <c:pt idx="5">
                  <c:v>90</c:v>
                </c:pt>
                <c:pt idx="6">
                  <c:v>90</c:v>
                </c:pt>
                <c:pt idx="7">
                  <c:v>90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457200"/>
          <a:ext cx="91440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