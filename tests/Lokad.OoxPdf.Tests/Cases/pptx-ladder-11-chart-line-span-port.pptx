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90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35</c:v>
                </c:pt>
                <c:pt idx="2">
                  <c:v>80</c:v>
                </c:pt>
                <c:pt idx="3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6923855"/>
        <c:axId val="1072605871"/>
      </c:line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</c:valAx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