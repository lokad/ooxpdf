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Email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132</c:v>
                </c:pt>
                <c:pt idx="2">
                  <c:v>101</c:v>
                </c:pt>
                <c:pt idx="3">
                  <c:v>134</c:v>
                </c:pt>
                <c:pt idx="4">
                  <c:v>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220</c:v>
                </c:pt>
                <c:pt idx="1">
                  <c:v>182</c:v>
                </c:pt>
                <c:pt idx="2">
                  <c:v>191</c:v>
                </c:pt>
                <c:pt idx="3">
                  <c:v>234</c:v>
                </c:pt>
                <c:pt idx="4">
                  <c:v>290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457200"/>
          <a:ext cx="9144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