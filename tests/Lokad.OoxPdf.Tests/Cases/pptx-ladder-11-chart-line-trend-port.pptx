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Trend</c:v>
                </c:pt>
              </c:strCache>
            </c:strRef>
          </c:tx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110</c:v>
                </c:pt>
                <c:pt idx="1">
                  <c:v>103</c:v>
                </c:pt>
                <c:pt idx="2">
                  <c:v>93</c:v>
                </c:pt>
                <c:pt idx="3">
                  <c:v>106</c:v>
                </c:pt>
                <c:pt idx="4">
                  <c:v>104</c:v>
                </c:pt>
                <c:pt idx="5">
                  <c:v>101</c:v>
                </c:pt>
                <c:pt idx="6">
                  <c:v>98</c:v>
                </c:pt>
                <c:pt idx="7">
                  <c:v>92</c:v>
                </c:pt>
                <c:pt idx="8">
                  <c:v>105</c:v>
                </c:pt>
                <c:pt idx="9">
                  <c:v>98</c:v>
                </c:pt>
                <c:pt idx="10">
                  <c:v>109</c:v>
                </c:pt>
                <c:pt idx="11">
                  <c:v>122</c:v>
                </c:pt>
                <c:pt idx="12">
                  <c:v>129</c:v>
                </c:pt>
                <c:pt idx="13">
                  <c:v>121</c:v>
                </c:pt>
                <c:pt idx="14">
                  <c:v>129</c:v>
                </c:pt>
                <c:pt idx="15">
                  <c:v>132</c:v>
                </c:pt>
                <c:pt idx="16">
                  <c:v>123</c:v>
                </c:pt>
                <c:pt idx="17">
                  <c:v>113</c:v>
                </c:pt>
                <c:pt idx="18">
                  <c:v>105</c:v>
                </c:pt>
                <c:pt idx="19">
                  <c:v>101</c:v>
                </c:pt>
                <c:pt idx="20">
                  <c:v>98</c:v>
                </c:pt>
                <c:pt idx="21">
                  <c:v>104</c:v>
                </c:pt>
                <c:pt idx="22">
                  <c:v>113</c:v>
                </c:pt>
                <c:pt idx="23">
                  <c:v>103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100584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