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Browser 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Chrome</c:v>
                </c:pt>
                <c:pt idx="1">
                  <c:v>Safari</c:v>
                </c:pt>
                <c:pt idx="2">
                  <c:v>Firefox</c:v>
                </c:pt>
                <c:pt idx="3">
                  <c:v>Edge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</c:v>
                </c:pt>
                <c:pt idx="1">
                  <c:v>19</c:v>
                </c:pt>
                <c:pt idx="2">
                  <c:v>4</c:v>
                </c:pt>
                <c:pt idx="3">
                  <c:v>5</c:v>
                </c:pt>
                <c:pt idx="4">
                  <c:v>8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