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bubble3D val="0"/>
            <c:spPr>
              <a:solidFill>
                <a:srgbClr val="4472C4"/>
              </a:solidFill>
            </c:spPr>
            <c:extLst>
              <c:ext xmlns:c16="http://schemas.microsoft.com/office/drawing/2014/chart" uri="{C3380CC4-5D6E-409C-BE32-E72D297353CC}">
                <c16:uniqueId val="{00000001-3D77-4B78-A8CB-37DDB9721098}"/>
              </c:ext>
            </c:extLst>
          </c:dPt>
          <c:dPt>
            <c:idx val="1"/>
            <c:bubble3D val="0"/>
            <c:spPr>
              <a:solidFill>
                <a:srgbClr val="ED7D31"/>
              </a:solidFill>
            </c:spPr>
            <c:extLst>
              <c:ext xmlns:c16="http://schemas.microsoft.com/office/drawing/2014/chart" uri="{C3380CC4-5D6E-409C-BE32-E72D297353CC}">
                <c16:uniqueId val="{00000002-3D77-4B78-A8CB-37DDB9721098}"/>
              </c:ext>
            </c:extLst>
          </c:dPt>
          <c:dPt>
            <c:idx val="2"/>
            <c:bubble3D val="0"/>
            <c:spPr>
              <a:solidFill>
                <a:srgbClr val="A5A5A5"/>
              </a:solidFill>
            </c:spPr>
            <c:extLst>
              <c:ext xmlns:c16="http://schemas.microsoft.com/office/drawing/2014/chart" uri="{C3380CC4-5D6E-409C-BE32-E72D297353CC}">
                <c16:uniqueId val="{00000003-3D77-4B78-A8CB-37DDB9721098}"/>
              </c:ext>
            </c:extLst>
          </c:dPt>
          <c:dPt>
            <c:idx val="3"/>
            <c:bubble3D val="0"/>
            <c:spPr>
              <a:solidFill>
                <a:srgbClr val="70AD47"/>
              </a:solidFill>
            </c:spPr>
            <c:extLst>
              <c:ext xmlns:c16="http://schemas.microsoft.com/office/drawing/2014/chart" uri="{C3380CC4-5D6E-409C-BE32-E72D297353CC}">
                <c16:uniqueId val="{00000004-3D77-4B78-A8CB-37DDB9721098}"/>
              </c:ext>
            </c:extLst>
          </c:dPt>
          <c:dLbls>
            <c:dLbl>
              <c:idx val="0"/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D77-4B78-A8CB-37DDB9721098}"/>
                </c:ext>
              </c:extLst>
            </c:dLbl>
            <c:dLbl>
              <c:idx val="1"/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D77-4B78-A8CB-37DDB9721098}"/>
                </c:ext>
              </c:extLst>
            </c:dLbl>
            <c:dLbl>
              <c:idx val="2"/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D77-4B78-A8CB-37DDB9721098}"/>
                </c:ext>
              </c:extLst>
            </c:dLbl>
            <c:dLbl>
              <c:idx val="3"/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D77-4B78-A8CB-37DDB9721098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eparator> </c:separator>
            <c:showLeaderLines val="1"/>
            <c:leaderLines>
              <c:spPr>
                <a:ln w="28575">
                  <a:solidFill>
                    <a:srgbClr val="FF0000"/>
                  </a:solidFill>
                </a:ln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Aa</c:v>
                </c:pt>
                <c:pt idx="1">
                  <c:v>Bb</c:v>
                </c:pt>
                <c:pt idx="2">
                  <c:v>Cc</c:v>
                </c:pt>
                <c:pt idx="3">
                  <c:v>Dd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77-4B78-A8CB-37DDB97210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196FF-47FA-ACF3-8207-3B72C06FB1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36EC98-65FB-2198-9197-A674829824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E2958-5055-1E57-E2F8-A3D04401B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5F806-67A4-4829-A3D9-9545879DB16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D5C39-F8AD-D61B-7CB0-783A47E59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AAC09-015F-1BF8-C86D-1579D45C3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FC57-E0AA-45D2-8713-67149B1B1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717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93A44-FBE1-2CE8-1446-02BA3ED01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B1C8C-7031-63AC-5201-176B6702D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358C7-1040-C184-8BA7-5C754DA74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5F806-67A4-4829-A3D9-9545879DB16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43DF3-2F1D-F1E6-6E0E-C4334450D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BB0C7-CCF6-6215-FA58-4C8C8EE65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FC57-E0AA-45D2-8713-67149B1B1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94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AFDF6-D2F3-D78B-DF0A-7DBCB0F6D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718743-8AE7-AA89-EC7D-CCAB41E3A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9B23D-0597-4A98-229A-A3975E6F7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5F806-67A4-4829-A3D9-9545879DB16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2DD83-3FD7-7080-DC32-FD3ADFADA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3D1F6-51E5-BED6-DE4F-9A90FB3A6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FC57-E0AA-45D2-8713-67149B1B1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171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4B757-BEF3-03AC-3179-E73E58FE5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93D35-3F2C-E4A3-08C2-D63C57A9C9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9F98E-D224-118D-C384-CDFEA13D1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7A4F5F-3961-3155-EED2-898817B3D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5F806-67A4-4829-A3D9-9545879DB16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000797-AB53-320C-23DC-82317F055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D06AE-CFB3-0CB1-E11D-7B215FFF1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FC57-E0AA-45D2-8713-67149B1B1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012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80CAA-4274-EC2D-CD35-ECA3AFD99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06337-C7F6-74B6-A4C0-47E9755C7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3F0D54-1A35-46B9-7905-BF2D8CB7B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6E4450-7B9A-1378-366B-A056B2B168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866261-951F-0EBA-2D01-F5526E7C01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6A22AE-C172-0B23-AA7B-1688D5F5F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5F806-67A4-4829-A3D9-9545879DB16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85BBDE-766F-3E0F-CE37-5AA19AF7F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B64272-4871-D594-B7B0-A1C7080C3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FC57-E0AA-45D2-8713-67149B1B1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583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6AA10-DAB5-6842-DA0D-261BA5319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EE306E-957A-38F8-176A-6656A307F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5F806-67A4-4829-A3D9-9545879DB16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6B1D15-3123-9361-6102-679800F52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7A0BC9-592D-DDED-F408-9A121AD9A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FC57-E0AA-45D2-8713-67149B1B1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460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CD013F-4F28-520D-91DA-97884E648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5F806-67A4-4829-A3D9-9545879DB16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F81582-DB25-81E9-B7B4-4CB6E8EF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9877F-ADC8-9151-5CD2-C37921D94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FC57-E0AA-45D2-8713-67149B1B1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837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263FE-B577-ED09-F357-9A6E7FF1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66165-BD27-B3B4-AC96-66ED2DCF1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2C2560-1D2B-4233-1431-1AD8D495EE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4564C-08E3-63C4-137C-E98D89C58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5F806-67A4-4829-A3D9-9545879DB16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7B7C5F-B090-6711-7961-EE8155570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C3AED5-A6BD-AB90-3FEB-B21E53A1A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FC57-E0AA-45D2-8713-67149B1B1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082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32F6F-E66C-0A8D-6F33-0D7B61739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F9E634-7B4C-B51E-F9E7-1BC95999AA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455FBA-88D2-BEC2-9B9F-6572CDC5C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5940D3-14D3-7946-5AAC-8366D5F16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5F806-67A4-4829-A3D9-9545879DB16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CA6DB-067A-23E3-B375-9F43394A3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BC38D-10B7-1CDC-C7CC-E051AE220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FC57-E0AA-45D2-8713-67149B1B1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818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46DCB-194A-9028-5DBC-3A87FA19F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EFE329-39F0-B06B-990B-7A1076EA5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687A2-0B4B-46A1-D492-4F6DCA841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5F806-67A4-4829-A3D9-9545879DB16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80474-CB94-8800-38C0-DD86ACB4D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0D218-6BC8-1C96-AE44-808CCBAC5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FC57-E0AA-45D2-8713-67149B1B1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203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C5678B-ADBA-BFCE-B256-92DD7C1B8F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E276FB-0144-EC2F-148D-8252804CA9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C9F49-A294-35C0-BFB3-BB24827B0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5F806-67A4-4829-A3D9-9545879DB16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3D374-3F3C-D3E8-4FBE-6AAF76B98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DDA5A-5970-FB2D-C0A1-16F7D6B3C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FC57-E0AA-45D2-8713-67149B1B1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671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715949-0D2A-03ED-7FA0-E44A11313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E9C84B-4282-AEDD-260C-F36FBB907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2CAC4-3160-42B5-8F4E-9809D107C1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45F806-67A4-4829-A3D9-9545879DB16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2342F-62A3-D4CF-FB43-EB8381E16E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E00E3-27A0-FD71-3C43-42D4872E93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47FC57-E0AA-45D2-8713-67149B1B1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420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70E4784-B189-7992-9564-A0ED5F2C40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2791021"/>
              </p:ext>
            </p:extLst>
          </p:nvPr>
        </p:nvGraphicFramePr>
        <p:xfrm>
          <a:off x="1828800" y="762000"/>
          <a:ext cx="6604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5794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2026-05-28T23:36:34Z</dcterms:created>
  <dcterms:modified xsi:type="dcterms:W3CDTF">2026-05-28T23:36:35Z</dcterms:modified>
</cp:coreProperties>
</file>