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Lbls>
            <c:dLbl>
              <c:idx val="0"/>
              <c:layout>
                <c:manualLayout>
                  <c:x val="-0.77342182227221601"/>
                  <c:y val="-8.7459580052493435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137-4226-B02B-A7D3CE4D6F90}"/>
                </c:ext>
              </c:extLst>
            </c:dLbl>
            <c:dLbl>
              <c:idx val="1"/>
              <c:layout>
                <c:manualLayout>
                  <c:x val="0.43819553805774281"/>
                  <c:y val="-0.57686666666666664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137-4226-B02B-A7D3CE4D6F90}"/>
                </c:ext>
              </c:extLst>
            </c:dLbl>
            <c:dLbl>
              <c:idx val="2"/>
              <c:layout>
                <c:manualLayout>
                  <c:x val="7.6190476190476197E-2"/>
                  <c:y val="0.4338818897637795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137-4226-B02B-A7D3CE4D6F90}"/>
                </c:ext>
              </c:extLst>
            </c:dLbl>
            <c:dLbl>
              <c:idx val="3"/>
              <c:layout>
                <c:manualLayout>
                  <c:x val="0.63843719535058119"/>
                  <c:y val="0.8714309711286089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137-4226-B02B-A7D3CE4D6F90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eparator> </c:separator>
            <c:showLeaderLines val="1"/>
            <c:leaderLines>
              <c:spPr>
                <a:ln w="28575">
                  <a:solidFill>
                    <a:srgbClr val="FF0000"/>
                  </a:solidFill>
                </a:ln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</c:v>
                </c:pt>
                <c:pt idx="1">
                  <c:v>28</c:v>
                </c:pt>
                <c:pt idx="2">
                  <c:v>21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37-4226-B02B-A7D3CE4D6F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A4006-0BE3-2416-6962-51093F60D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611B9-57FD-BB9E-6FDE-3C3F71DBA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E7F07-DA2D-9CDC-4132-73976E5E2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05C30-2867-43E6-AB70-0B4D3423CA1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C86B-EE35-596C-7FE1-2BF10B4E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14797-407E-F223-401D-FB61C0FCB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B8C3D-C3D8-444C-B340-03E675080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534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9D518-5A1B-3FE9-8A15-CBBECC2D4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1915D-2351-CDBF-3290-96CA97386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DE3B1-9894-A3A5-EE73-A2113F6AA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05C30-2867-43E6-AB70-0B4D3423CA1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B5669-7FE1-22F0-3ED4-273F77538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F8DD0-9F8E-D5E6-5E58-4572C4ECF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B8C3D-C3D8-444C-B340-03E675080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57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40043-9815-CD2C-8A61-B7D98C54A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AB150-D5AD-A7C9-FF05-EB445A01B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AF8C6-99C6-403F-FD1F-F669E4634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05C30-2867-43E6-AB70-0B4D3423CA1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017E5-BEE4-937D-4987-B2A6BDCCA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49E39-ACA4-951A-7BE8-8F803F0B5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B8C3D-C3D8-444C-B340-03E675080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41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C56A2-070B-84F1-72BE-9F281A2D2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0AD94-7CFC-095B-3B5B-C044513C1A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62381-D550-3497-6500-692B4A4E5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2E006-64FD-45CF-2160-5EB3A8286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05C30-2867-43E6-AB70-0B4D3423CA1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1F86D-E32D-2B2F-D9DE-90F5A61DE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22E72-EFFE-8193-1DC7-E38B48F75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B8C3D-C3D8-444C-B340-03E675080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270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00DD6-29A9-2853-FCAB-E18868BFC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13760-4370-8AB1-B867-BC1D61018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B7795-2531-FF30-01BF-7BCBD90CB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E37B58-AFBA-0896-10AE-B56FD308B5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F84F12-B1A8-1AEA-F9A1-5224BFCA5C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5C5200-3B31-CDF2-6AE9-FE4DD9917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05C30-2867-43E6-AB70-0B4D3423CA1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A72E75-EFD7-1D4F-A49D-6A4CC404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24C4EF-EEF7-B218-DE46-EC594B137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B8C3D-C3D8-444C-B340-03E675080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682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4074C-1016-1F28-AFB5-DBFB9E70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F74919-7730-8A8A-1C98-9501A0351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05C30-2867-43E6-AB70-0B4D3423CA1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D4FD72-1D04-DC01-E1D0-A6B0B732D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AD365-B148-D1AC-25BD-84104868D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B8C3D-C3D8-444C-B340-03E675080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01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6D4A7B-3E26-9520-6B62-45D2E5590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05C30-2867-43E6-AB70-0B4D3423CA1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F89831-0C45-01F1-1CD8-76BF4EE0E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92C43-5FF4-CFCA-2FB4-FA51F3F5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B8C3D-C3D8-444C-B340-03E675080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48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44AB7-CD11-B759-F340-77FCDD150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2D5F9-5012-4A78-D02C-5E1E3FFAB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59344-34D2-2D55-BC20-69E9531CF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367049-C7D0-953B-ECBE-9FE6495F4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05C30-2867-43E6-AB70-0B4D3423CA1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C8989-010B-890B-C4DD-D4C3832A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4C157-9F6E-DE8A-25F6-C0B76995A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B8C3D-C3D8-444C-B340-03E675080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45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30122-58E0-F4D5-D929-D1105A9E9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4984B9-CB63-107C-A0B5-43A872FBCF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E401BB-3F57-5BD6-AAD0-66625E66C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FF711-F33F-BC60-86C9-DCA94BE35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05C30-2867-43E6-AB70-0B4D3423CA1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1FBB7-5A39-9962-07C9-CC4DDDCA5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2A3A6-FD34-7AF1-36BA-AEF963838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B8C3D-C3D8-444C-B340-03E675080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19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C5860-8415-12DA-6362-DD7BA8B8F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65CE10-02CC-BCAE-ECA1-3A58A179C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5DB84-BC67-0C92-8FDB-BADC6B257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05C30-2867-43E6-AB70-0B4D3423CA1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A41C3-F6A9-980E-85CF-E26F82E0F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45D6B-1348-EC0B-B017-FD994E58A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B8C3D-C3D8-444C-B340-03E675080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004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FD2A56-024C-47B1-155B-21A0EE5B6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1EAF0-14AC-F7BE-1577-A2D3753E8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536C2-05BD-FF00-08EB-F4CBE2979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05C30-2867-43E6-AB70-0B4D3423CA1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12B15-AC38-1E5B-885B-387E3CB78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164BB-6FC9-CF32-663D-899173CC2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B8C3D-C3D8-444C-B340-03E675080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867BD-30EC-77D4-8742-D071AD8A7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2684E-BD4B-0D52-7024-72D31E37C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E24EC-A199-8DB9-FD38-A36D025DBE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005C30-2867-43E6-AB70-0B4D3423CA1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2BBC7-54FB-CF8B-508E-747F6339F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17E7B-6629-FDA2-231F-19A5E13FC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B8C3D-C3D8-444C-B340-03E675080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052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F248139-418F-6CE6-FF46-9C878FEAA9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6318192"/>
              </p:ext>
            </p:extLst>
          </p:nvPr>
        </p:nvGraphicFramePr>
        <p:xfrm>
          <a:off x="1066800" y="1219200"/>
          <a:ext cx="533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02656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2026-05-28T23:36:36Z</dcterms:created>
  <dcterms:modified xsi:type="dcterms:W3CDTF">2026-05-28T23:36:36Z</dcterms:modified>
</cp:coreProperties>
</file>