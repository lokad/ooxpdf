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24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  <c:extLst>
              <c:ext xmlns:c16="http://schemas.microsoft.com/office/drawing/2014/chart" uri="{C3380CC4-5D6E-409C-BE32-E72D297353CC}">
                <c16:uniqueId val="{00000001-E05E-44DE-884F-55AD7F02845B}"/>
              </c:ext>
            </c:extLst>
          </c:dPt>
          <c:dPt>
            <c:idx val="1"/>
            <c:bubble3D val="0"/>
            <c:spPr>
              <a:solidFill>
                <a:srgbClr val="ED7D31"/>
              </a:solidFill>
            </c:spPr>
            <c:extLst>
              <c:ext xmlns:c16="http://schemas.microsoft.com/office/drawing/2014/chart" uri="{C3380CC4-5D6E-409C-BE32-E72D297353CC}">
                <c16:uniqueId val="{00000002-E05E-44DE-884F-55AD7F02845B}"/>
              </c:ext>
            </c:extLst>
          </c:dPt>
          <c:dPt>
            <c:idx val="2"/>
            <c:bubble3D val="0"/>
            <c:spPr>
              <a:solidFill>
                <a:srgbClr val="A5A5A5"/>
              </a:solidFill>
            </c:spPr>
            <c:extLst>
              <c:ext xmlns:c16="http://schemas.microsoft.com/office/drawing/2014/chart" uri="{C3380CC4-5D6E-409C-BE32-E72D297353CC}">
                <c16:uniqueId val="{00000003-E05E-44DE-884F-55AD7F02845B}"/>
              </c:ext>
            </c:extLst>
          </c:dPt>
          <c:dPt>
            <c:idx val="3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4-E05E-44DE-884F-55AD7F02845B}"/>
              </c:ext>
            </c:extLst>
          </c:dPt>
          <c:dLbls>
            <c:spPr>
              <a:noFill/>
              <a:ln>
                <a:noFill/>
              </a:ln>
              <a:effectLst/>
            </c:spPr>
            <c:dLblPos val="outEnd"/>
            <c:showLegendKey val="1"/>
            <c:showVal val="0"/>
            <c:showCatName val="1"/>
            <c:showSerName val="0"/>
            <c:showPercent val="1"/>
            <c:showBubbleSize val="0"/>
            <c:separator>
</c:separator>
            <c:showLeaderLines val="1"/>
            <c:leaderLines>
              <c:spPr>
                <a:ln w="9525">
                  <a:solidFill>
                    <a:srgbClr val="595959"/>
                  </a:solidFill>
                </a:ln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Alpha</c:v>
                </c:pt>
                <c:pt idx="1">
                  <c:v>Beta</c:v>
                </c:pt>
                <c:pt idx="2">
                  <c:v>Gamma</c:v>
                </c:pt>
                <c:pt idx="3">
                  <c:v>Delta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22</c:v>
                </c:pt>
                <c:pt idx="2">
                  <c:v>17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5E-44DE-884F-55AD7F0284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F9D0A-3ABB-BD91-E103-A6B0F5965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73EC5-C8D8-AF60-1479-FFC548E50F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11985-85E9-1536-788A-958C47AE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134E8-D6AA-46C6-099D-E9231881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6893D-1B80-CE8B-1C7D-96D45A8BB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5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86C36-CD3D-28F6-A070-5F89F70EC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3B5AE-A0C5-AD9F-42E9-7CBAAA868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CF139-590E-3CF3-C87C-F99C3335D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7E753-3C77-F3FC-6AC2-64FF3EFCA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4ED23-7361-C3E4-2929-EC14CEA60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2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0C72A-6C28-3DE2-9153-5A77C3CB7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5A66C9-0450-AB9A-00A1-12561EA5C5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8FB3DE-790F-F7CA-5FB9-DCA9A2297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CEB4C-97DE-1CF3-3301-2E33DCCBC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245EA-8D7B-73CF-AEF9-ACDA5F6BA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1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E3A6-D82D-89BB-35AA-5DF10C163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6167E-7F15-8DD1-29B8-186D2BB856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C36015-3C1B-62B1-E4EA-F784C2390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1632B-CA6B-F18B-732E-E7C127625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97B7D-983F-96D4-D924-E733DFD1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E54C26-E9B2-A9F4-F5B9-471AC478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037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EF993-BFDD-9C2C-6E76-9B90F1843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BCE18-E5AA-D107-96D3-1B512DBEDB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F61661-AD26-57A8-D506-18D9DFFEB5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36AD30-5D9C-F92D-D4AC-BBAE49D3D8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33DDD0-E882-611C-F30D-50FE92893E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1B5EE9-E59E-4FBC-3B23-E7212316A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E57AB7-5CDB-7A92-9D7C-1367C4A89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460BEC-653F-DE5E-E101-1878651B2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329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6E315-E9A3-97F9-7BD4-2EFBAB4B0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F249B0-ECF1-CE2D-1841-8CAC77C76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4A5919-3185-2A8A-171E-DF7111A65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BBC545-FEA3-9952-EFD0-978EDC6B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69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3B107F-8C6A-3075-A6C7-69D8FDAB8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85476-202C-FACE-9117-D894871A5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C112B5-EDE5-F0EC-47EB-7B2E3C570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07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8E8DC-BC5F-FBBE-2049-1EA7F57C3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18D9-7410-944D-B6A3-D4680C74A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3141B-AF12-636A-A955-9B311880D4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07996-BE8D-1580-E501-D2322535B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F727-CBB8-1DDE-D54D-6CFEB89E3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B144E-B4FC-F34C-4792-EC01CBAB8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564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49347-2203-C04C-5A74-6A026F3F8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58F711-AC24-30A6-863A-686B760C9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A3DB5-560F-08D5-B34E-D2BD549AD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5F0CC-1206-1896-E26B-1B23329B6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684AB1-A3C0-B366-9DDA-6EF33FE67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9737C-7285-1E5A-22C6-7D271CFC5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108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FC4C5-3214-FD4E-97B3-78727FD5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72DD5-6EC7-02D0-4C39-9E57F7B73E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137BE-CECF-92B8-7057-68A371324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530BE-5C5A-3A22-B0FA-9225EF8BF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86D04-01C1-E197-C96C-676C0AB2C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80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1E3D81-E9FF-3EC7-9120-3F373E9CB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495748-90F1-6601-E207-3B2E27EB8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90261-8548-E60C-D2A8-398C7CA68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A46D6-F379-E973-512C-C8E6DCC98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71DF8-BBB7-EE47-E677-55B6C9C9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134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10BE4F-4D1E-7598-1C65-024200BE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650AF3-89CB-01BD-5BDF-0212CA0B9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61DEC-5D11-3A30-9980-E31EE83151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972402-98C4-49BE-9E44-3AE0CE18D54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9F5A-CDEC-1CE9-8155-FC0A0446A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3DA84-582C-BCF8-380B-C55357EA1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FF740A-2CFB-4C12-9B69-14E08326A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9FD498D-BF1A-623C-775A-AACDDDEA5B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2402310"/>
              </p:ext>
            </p:extLst>
          </p:nvPr>
        </p:nvGraphicFramePr>
        <p:xfrm>
          <a:off x="1828800" y="457200"/>
          <a:ext cx="73152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06293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2026-05-27T08:21:26Z</dcterms:created>
  <dcterms:modified xsi:type="dcterms:W3CDTF">2026-05-27T08:21:26Z</dcterms:modified>
</cp:coreProperties>
</file>