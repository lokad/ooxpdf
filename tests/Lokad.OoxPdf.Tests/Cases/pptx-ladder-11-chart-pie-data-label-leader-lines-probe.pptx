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595E-40CF-AEDC-215BCE2ACEE7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595E-40CF-AEDC-215BCE2ACEE7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595E-40CF-AEDC-215BCE2ACEE7}"/>
              </c:ext>
            </c:extLst>
          </c:dPt>
          <c:dPt>
            <c:idx val="3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4-595E-40CF-AEDC-215BCE2ACEE7}"/>
              </c:ext>
            </c:extLst>
          </c:dPt>
          <c:dLbls>
            <c:dLbl>
              <c:idx val="0"/>
              <c:layout>
                <c:manualLayout>
                  <c:x val="-0.67258721566054247"/>
                  <c:y val="-0.32275371828521437"/>
                </c:manualLayout>
              </c:layout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95E-40CF-AEDC-215BCE2ACEE7}"/>
                </c:ext>
              </c:extLst>
            </c:dLbl>
            <c:dLbl>
              <c:idx val="1"/>
              <c:layout>
                <c:manualLayout>
                  <c:x val="0.59602321194225727"/>
                  <c:y val="-0.43125437445319337"/>
                </c:manualLayout>
              </c:layout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95E-40CF-AEDC-215BCE2ACEE7}"/>
                </c:ext>
              </c:extLst>
            </c:dLbl>
            <c:dLbl>
              <c:idx val="2"/>
              <c:layout>
                <c:manualLayout>
                  <c:x val="7.7810996281714784E-2"/>
                  <c:y val="0.2432843030037912"/>
                </c:manualLayout>
              </c:layout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95E-40CF-AEDC-215BCE2ACEE7}"/>
                </c:ext>
              </c:extLst>
            </c:dLbl>
            <c:dLbl>
              <c:idx val="3"/>
              <c:layout>
                <c:manualLayout>
                  <c:x val="3.0550634295713038E-2"/>
                  <c:y val="0.87037037037037035"/>
                </c:manualLayout>
              </c:layout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95E-40CF-AEDC-215BCE2ACEE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1"/>
            <c:showVal val="0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>
                  <a:solidFill>
                    <a:srgbClr val="595959"/>
                  </a:solidFill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E-40CF-AEDC-215BCE2AC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E65C-061F-1EC8-FE04-589A3F32D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1B51A-EEB0-0631-11AE-D189C91B7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5DAE0-DDB2-9CD8-2EFB-3DE67FFB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52E90-7800-C5B0-A50E-DD16FDEF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23324-B93A-9661-0F09-1923CC1F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8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E650-2197-00A6-469F-66423AA4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9BBB-887F-09FC-A180-0A009289A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7D16-7C35-702B-FCCC-D590A3AF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B851-5D3F-A2CC-5B49-6C910733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6D9C1-BA80-FC2F-EDCB-52C500DA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87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C5FA-8FE9-0171-4C7F-8430BCB7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B8CAE-272D-6BE6-F4A6-DD4D19FD0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817AF-B8A6-ABDE-812F-26087D92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163E1-7AF5-961D-E33D-569DB656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B04C5-4BED-49AA-5C33-7D98355A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7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2CA4-A2FC-FE30-453B-24B32C27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3DAF-5148-3D4E-0810-50B862A1C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12D36-7E02-3ABA-44D2-32E44FD18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83DB8-9399-A200-155E-FAE1C72D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66257-9990-DEC4-E54E-4CDE3C90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E3224-F42B-E56D-67F5-21997BB8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4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A0C2-A78D-D77E-7EAA-14BF019B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8AEDE-494C-CE4B-A4C0-DBD9BF04D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DC1F6-44BF-3CAB-7EE3-121D217A2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85E3F-000C-D113-E500-BF92270F2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CDE75-D880-7459-043F-9CC301DB3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8CDCA-C1A3-176C-ABFA-85029856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4042D-1C6B-D7B6-F45E-72A00202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7A01D6-AAE5-1FA6-389A-B9F4B32E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8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A2D6-47D6-8AF9-EA4C-06442DD3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A8D79-E2A2-E931-2BE1-365EDEBB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A6946-72C1-323A-1BA6-945C9470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B7783-1403-04A9-33A0-C0132E45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0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93316-7C2D-4136-8196-70541135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ECF52-2C88-2E3F-BEBC-D38B42EC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7C7CC-AABF-48FE-69AC-39EEA726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2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8953-A100-8F69-4F77-E360A326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11BBF-DC1B-07AD-DF4F-FF125C81C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70BC2-6166-8C4C-9080-AAF595295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B6D0D-AA68-D8D2-31AC-4C1BDFB0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8D37-423D-4061-2A0F-1783A2C1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4B4E3-4981-F7CC-5443-66C7BC9B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99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0C86-601D-C760-F64C-7CC8EFB3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16703-DCAD-C3FD-5682-E6228FBA9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A4F8-8DEA-881D-1E86-6DC191CEB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0FF17-8DB3-F8E3-B440-8060122D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34EE8-1CD1-4D65-5B48-51952BAB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DF4B3-EBAF-2C2B-8812-69BBF474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00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3C5C-DAFC-AFDB-660E-ABF2FF66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FDB55-799D-0516-A2CE-CFEB682B3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FF424-C4EB-B3EE-5CE3-7E363A94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42764-DA31-6A79-AAF3-EFA22C1F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6046A-65CC-0BE0-7350-277F5FD1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3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4F117A-C5E3-B89C-F131-06B9C9F7C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E3E4A-625C-1056-7769-ECA765135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B8359-0387-409A-B197-94CCC4B5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CEC6D-1AE8-4F08-3208-73B49ACB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E7454-6E70-B5F4-5EAF-CAE6A7D0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3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78519-1D24-DE8E-1C0C-E7B71F0C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B958B-6C88-54F5-9A3B-7AD2986D2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80330-2808-9D6F-10A3-64134EE32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4DCD2-51FF-4424-A8D0-554917C1B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65D20-3810-275A-3155-C45B0F37E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63C36-0A70-68E0-947E-A23CFBEB1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6B74C-88B0-43C8-957A-2BB332CCF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9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86DCFC8-C050-6522-DF11-71479FC3A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5304778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041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2026-05-27T08:28:38Z</dcterms:created>
  <dcterms:modified xsi:type="dcterms:W3CDTF">2026-05-27T08:28:38Z</dcterms:modified>
</cp:coreProperties>
</file>