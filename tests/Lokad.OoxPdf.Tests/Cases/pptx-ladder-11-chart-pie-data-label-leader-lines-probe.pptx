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24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  <c:extLst>
              <c:ext xmlns:c16="http://schemas.microsoft.com/office/drawing/2014/chart" uri="{C3380CC4-5D6E-409C-BE32-E72D297353CC}">
                <c16:uniqueId val="{00000001-20AE-46CB-AEA5-2824D0ECAF50}"/>
              </c:ext>
            </c:extLst>
          </c:dPt>
          <c:dPt>
            <c:idx val="1"/>
            <c:bubble3D val="0"/>
            <c:spPr>
              <a:solidFill>
                <a:srgbClr val="ED7D31"/>
              </a:solidFill>
            </c:spPr>
            <c:extLst>
              <c:ext xmlns:c16="http://schemas.microsoft.com/office/drawing/2014/chart" uri="{C3380CC4-5D6E-409C-BE32-E72D297353CC}">
                <c16:uniqueId val="{00000002-20AE-46CB-AEA5-2824D0ECAF50}"/>
              </c:ext>
            </c:extLst>
          </c:dPt>
          <c:dPt>
            <c:idx val="2"/>
            <c:bubble3D val="0"/>
            <c:spPr>
              <a:solidFill>
                <a:srgbClr val="A5A5A5"/>
              </a:solidFill>
            </c:spPr>
            <c:extLst>
              <c:ext xmlns:c16="http://schemas.microsoft.com/office/drawing/2014/chart" uri="{C3380CC4-5D6E-409C-BE32-E72D297353CC}">
                <c16:uniqueId val="{00000003-20AE-46CB-AEA5-2824D0ECAF50}"/>
              </c:ext>
            </c:extLst>
          </c:dPt>
          <c:dPt>
            <c:idx val="3"/>
            <c:bubble3D val="0"/>
            <c:spPr>
              <a:solidFill>
                <a:srgbClr val="70AD47"/>
              </a:solidFill>
            </c:spPr>
            <c:extLst>
              <c:ext xmlns:c16="http://schemas.microsoft.com/office/drawing/2014/chart" uri="{C3380CC4-5D6E-409C-BE32-E72D297353CC}">
                <c16:uniqueId val="{00000004-20AE-46CB-AEA5-2824D0ECAF50}"/>
              </c:ext>
            </c:extLst>
          </c:dPt>
          <c:dLbls>
            <c:dLbl>
              <c:idx val="0"/>
              <c:layout>
                <c:manualLayout>
                  <c:x val="-0.77024076317383405"/>
                  <c:y val="-0.36989654418197726"/>
                </c:manualLayout>
              </c:layout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separator>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0AE-46CB-AEA5-2824D0ECAF50}"/>
                </c:ext>
              </c:extLst>
            </c:dLbl>
            <c:dLbl>
              <c:idx val="1"/>
              <c:layout>
                <c:manualLayout>
                  <c:x val="0.66015430042398549"/>
                  <c:y val="-0.73511592300962381"/>
                </c:manualLayout>
              </c:layout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separator>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20AE-46CB-AEA5-2824D0ECAF50}"/>
                </c:ext>
              </c:extLst>
            </c:dLbl>
            <c:dLbl>
              <c:idx val="2"/>
              <c:layout>
                <c:manualLayout>
                  <c:x val="-7.016278013325257E-2"/>
                  <c:y val="0.54170122484689409"/>
                </c:manualLayout>
              </c:layout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separator>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0AE-46CB-AEA5-2824D0ECAF50}"/>
                </c:ext>
              </c:extLst>
            </c:dLbl>
            <c:dLbl>
              <c:idx val="3"/>
              <c:layout>
                <c:manualLayout>
                  <c:x val="0.61921804966686855"/>
                  <c:y val="0.88841426071741036"/>
                </c:manualLayout>
              </c:layout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separator>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20AE-46CB-AEA5-2824D0ECAF50}"/>
                </c:ext>
              </c:extLst>
            </c:dLbl>
            <c:spPr>
              <a:noFill/>
              <a:ln>
                <a:noFill/>
              </a:ln>
              <a:effectLst/>
            </c:spPr>
            <c:dLblPos val="outEnd"/>
            <c:showLegendKey val="0"/>
            <c:showVal val="0"/>
            <c:showCatName val="1"/>
            <c:showSerName val="0"/>
            <c:showPercent val="1"/>
            <c:showBubbleSize val="0"/>
            <c:separator> </c:separator>
            <c:showLeaderLines val="1"/>
            <c:leaderLines>
              <c:spPr>
                <a:ln w="28575">
                  <a:solidFill>
                    <a:srgbClr val="FF0000"/>
                  </a:solidFill>
                </a:ln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Alpha</c:v>
                </c:pt>
                <c:pt idx="1">
                  <c:v>Beta</c:v>
                </c:pt>
                <c:pt idx="2">
                  <c:v>Gamma</c:v>
                </c:pt>
                <c:pt idx="3">
                  <c:v>Delta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22</c:v>
                </c:pt>
                <c:pt idx="2">
                  <c:v>17</c:v>
                </c:pt>
                <c:pt idx="3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E-46CB-AEA5-2824D0ECAF5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164D3-0E8F-BC87-EB7B-A784A923B1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16DDCF-A64E-A1F5-062D-B32FB74C26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98D98D-2EC1-0ED8-5274-AA6B24F5D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CC083-DEBD-4D69-8B9A-5124E7F9EA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BD6FB5-E159-35BE-55ED-EED72D0AD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73500-596D-EAC1-13C2-0898EE042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5BDE-1FD4-4F3F-94CA-6D2F77537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8825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6CAE3-4E25-88D7-EC27-62372FA80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482C91-F644-F169-AA83-E997B99DE8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8ACC6A-B42C-7BF0-54F7-7987E2DBB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CC083-DEBD-4D69-8B9A-5124E7F9EA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5176D-CA8E-665E-E5B1-332814824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F9A24D-BB9E-7638-4EC8-43C017215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5BDE-1FD4-4F3F-94CA-6D2F77537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340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E00FB-84EB-6AF3-1548-4C7D6BEA1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1ECBF5-3FD3-347A-DDDD-7B773B0D20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866761-2A63-0E3E-7966-618F7CFC7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CC083-DEBD-4D69-8B9A-5124E7F9EA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E8347D-90A5-0814-A034-19562B694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D20EC0-BC83-7B04-9E86-5BB003144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5BDE-1FD4-4F3F-94CA-6D2F77537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4639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FB3AB-D602-EE99-4E59-584E74CE8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F8BD2E-A46C-B424-7D1B-1D43BD6719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B925E8-705A-3FFB-00AD-A085BECCC2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39F4BC-A870-0534-AAC4-17772BABC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CC083-DEBD-4D69-8B9A-5124E7F9EA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182568-B095-3C4B-8160-974B1A856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4F04A2-D7D9-6E2F-54A5-25E3C7B50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5BDE-1FD4-4F3F-94CA-6D2F77537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7536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A3EA1-EE60-D67B-5695-CD83F3BB8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875630-9FF9-45A1-4D5E-C3C86C2165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E4C741-18B0-05E2-DA47-D1F20B18C9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63B32A-0AD8-97EB-90CB-F55B5E6491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8A030B-8AA2-11DB-CD7C-63509511BA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49FA31C-46F8-42BC-7A23-74123F1FD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CC083-DEBD-4D69-8B9A-5124E7F9EA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0B52AA-B073-2F81-E5F7-E2DB69B0B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E92EE7B-60E6-FA98-B95C-43BC7FE64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5BDE-1FD4-4F3F-94CA-6D2F77537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3324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EB5AE-B86B-FA5D-3030-EE0C28404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D82C10-6F70-DF11-9999-836C911E3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CC083-DEBD-4D69-8B9A-5124E7F9EA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A23FF8-8097-C796-C576-14E695FED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D269F2-71FD-C060-F442-7FFA552F5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5BDE-1FD4-4F3F-94CA-6D2F77537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009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8560A0-2552-CBAF-19AD-D5B73719A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CC083-DEBD-4D69-8B9A-5124E7F9EA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5CC65E-EC2D-564F-F665-6D549C91B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3685D-2DB5-6B5D-31D9-F15A81EBF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5BDE-1FD4-4F3F-94CA-6D2F77537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438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A2017-71D8-AF44-6812-53A4512B7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EDC85B-5879-FA5F-01F2-48C31F9CBE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B14E31-8E1C-AA29-278A-5CB4604481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E68DF9-30B3-B8CA-6509-D7A4FC5F0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CC083-DEBD-4D69-8B9A-5124E7F9EA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9C4312-09F8-BF52-DD7C-20D288E82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F589C9-711C-0098-1BD1-FDCAF46BA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5BDE-1FD4-4F3F-94CA-6D2F77537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859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C1E30-4C37-652B-3D9F-B7163BC44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BAAB24-444A-6278-1070-EA46A93B44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0AD310-C427-82E4-C419-3BA5288F99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C45D00-927A-90A1-6F0E-DE9BD0C28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CC083-DEBD-4D69-8B9A-5124E7F9EA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8ED55E-6BCB-4BB6-087B-39BFE6C4E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E2125A-9B45-4124-9084-28166FC02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5BDE-1FD4-4F3F-94CA-6D2F77537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0245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C448A-7C19-6B5E-B3D1-73A27880C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6D19B4-F298-6025-501B-17D79F247A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2F896B-4465-9B8B-368F-489C879A6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CC083-DEBD-4D69-8B9A-5124E7F9EA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308295-0CEF-D01F-D93F-425401314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62C9E7-60C9-AEF4-06AB-1F59DE883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5BDE-1FD4-4F3F-94CA-6D2F77537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4569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79848A-5FEF-14B2-C722-F7E93E791F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E626F2-240B-2F70-EABA-8BA6798B4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F3A889-F25A-A754-35B5-66308EC81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CC083-DEBD-4D69-8B9A-5124E7F9EA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C43A65-BA7E-5FDB-5DC2-B74B5C108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0F4CF7-4C40-645E-68F5-7ABACEE08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5BDE-1FD4-4F3F-94CA-6D2F77537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7911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8EF4D6-98FB-5E2E-E082-C6318E7A7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4DCE3-00EB-5AFF-4494-25BC9BBD2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A5027-6530-2983-00D9-09828FE594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8CC083-DEBD-4D69-8B9A-5124E7F9EA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7AF470-85D4-4693-5390-FACB12E7D6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1327C-B750-C0BA-78DB-C3ED37071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775BDE-1FD4-4F3F-94CA-6D2F77537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972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7601DD8D-31E6-60F5-592E-1524EE4EB7E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7573001"/>
              </p:ext>
            </p:extLst>
          </p:nvPr>
        </p:nvGraphicFramePr>
        <p:xfrm>
          <a:off x="1828800" y="762000"/>
          <a:ext cx="6604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7026923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Joannes Vermorel</dc:creator>
  <cp:lastModifiedBy>Joannes Vermorel</cp:lastModifiedBy>
  <cp:revision>1</cp:revision>
  <dcterms:created xsi:type="dcterms:W3CDTF">2026-05-27T10:20:20Z</dcterms:created>
  <dcterms:modified xsi:type="dcterms:W3CDTF">2026-05-27T10:20:20Z</dcterms:modified>
</cp:coreProperties>
</file>