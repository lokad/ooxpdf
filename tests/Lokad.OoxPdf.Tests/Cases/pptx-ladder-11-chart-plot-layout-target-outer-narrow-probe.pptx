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outer"/>
          <c:xMode val="factor"/>
          <c:yMode val="factor"/>
          <c:wMode val="factor"/>
          <c:hMode val="factor"/>
          <c:x val="0.18"/>
          <c:y val="0.14"/>
          <c:w val="0.50"/>
          <c:h val="0.6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Engineering</c:v>
                </c:pt>
                <c:pt idx="1">
                  <c:v>Sales</c:v>
                </c:pt>
                <c:pt idx="2">
                  <c:v>Marketing</c:v>
                </c:pt>
                <c:pt idx="3">
                  <c:v>Support</c:v>
                </c:pt>
                <c:pt idx="4">
                  <c:v>HR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32</c:v>
                </c:pt>
                <c:pt idx="2">
                  <c:v>18</c:v>
                </c:pt>
                <c:pt idx="3">
                  <c:v>25</c:v>
                </c:pt>
                <c:pt idx="4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