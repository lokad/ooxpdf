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outer"/>
          <c:xMode val="factor"/>
          <c:yMode val="factor"/>
          <c:wMode val="factor"/>
          <c:hMode val="factor"/>
          <c:x val="0.18"/>
          <c:y val="0.14"/>
          <c:w val="0.62"/>
          <c:h val="0.6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Marketing</c:v>
                </c:pt>
                <c:pt idx="3">
                  <c:v>Support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18</c:v>
                </c:pt>
                <c:pt idx="3">
                  <c:v>25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