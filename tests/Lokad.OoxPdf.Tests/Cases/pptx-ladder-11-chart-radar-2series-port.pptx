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Player A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Power</c:v>
                </c:pt>
                <c:pt idx="2">
                  <c:v>Agility</c:v>
                </c:pt>
                <c:pt idx="3">
                  <c:v>Defense</c:v>
                </c:pt>
                <c:pt idx="4">
                  <c:v>Stamina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70</c:v>
                </c:pt>
                <c:pt idx="2">
                  <c:v>90</c:v>
                </c:pt>
                <c:pt idx="3">
                  <c:v>65</c:v>
                </c:pt>
                <c:pt idx="4">
                  <c:v>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Player B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Power</c:v>
                </c:pt>
                <c:pt idx="2">
                  <c:v>Agility</c:v>
                </c:pt>
                <c:pt idx="3">
                  <c:v>Defense</c:v>
                </c:pt>
                <c:pt idx="4">
                  <c:v>Stamina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</c:v>
                </c:pt>
                <c:pt idx="1">
                  <c:v>85</c:v>
                </c:pt>
                <c:pt idx="2">
                  <c:v>65</c:v>
                </c:pt>
                <c:pt idx="3">
                  <c:v>80</c:v>
                </c:pt>
                <c:pt idx="4">
                  <c:v>90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