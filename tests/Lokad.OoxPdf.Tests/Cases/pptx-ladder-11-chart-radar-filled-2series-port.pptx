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Math</c:v>
                </c:pt>
                <c:pt idx="1">
                  <c:v>Science</c:v>
                </c:pt>
                <c:pt idx="2">
                  <c:v>English</c:v>
                </c:pt>
                <c:pt idx="3">
                  <c:v>History</c:v>
                </c:pt>
                <c:pt idx="4">
                  <c:v>Art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</c:v>
                </c:pt>
                <c:pt idx="1">
                  <c:v>85</c:v>
                </c:pt>
                <c:pt idx="2">
                  <c:v>78</c:v>
                </c:pt>
                <c:pt idx="3">
                  <c:v>88</c:v>
                </c:pt>
                <c:pt idx="4">
                  <c:v>95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Teacher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Math</c:v>
                </c:pt>
                <c:pt idx="1">
                  <c:v>Science</c:v>
                </c:pt>
                <c:pt idx="2">
                  <c:v>English</c:v>
                </c:pt>
                <c:pt idx="3">
                  <c:v>History</c:v>
                </c:pt>
                <c:pt idx="4">
                  <c:v>Art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77</c:v>
                </c:pt>
                <c:pt idx="1">
                  <c:v>70</c:v>
                </c:pt>
                <c:pt idx="2">
                  <c:v>63</c:v>
                </c:pt>
                <c:pt idx="3">
                  <c:v>73</c:v>
                </c:pt>
                <c:pt idx="4">
                  <c:v>80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1828800" y="4572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