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A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Sheet1!$A$2:$A$6</c:f>
              <c:numCache>
                <c:formatCode>General</c:formatCode>
                <c:ptCount val="5"/>
                <c:pt idx="0">
                  <c:v>1.2</c:v>
                </c:pt>
                <c:pt idx="1">
                  <c:v>2.4</c:v>
                </c:pt>
                <c:pt idx="2">
                  <c:v>3.1</c:v>
                </c:pt>
                <c:pt idx="3">
                  <c:v>1.8</c:v>
                </c:pt>
                <c:pt idx="4">
                  <c:v>2.9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4.2</c:v>
                </c:pt>
                <c:pt idx="2">
                  <c:v>2.8</c:v>
                </c:pt>
                <c:pt idx="3">
                  <c:v>3.6</c:v>
                </c:pt>
                <c:pt idx="4">
                  <c:v>4.8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Cluster B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Sheet1!$A$9:$A$13</c:f>
              <c:numCache>
                <c:formatCode>General</c:formatCode>
                <c:ptCount val="5"/>
                <c:pt idx="0">
                  <c:v>5.1</c:v>
                </c:pt>
                <c:pt idx="1">
                  <c:v>6.3</c:v>
                </c:pt>
                <c:pt idx="2">
                  <c:v>5.8</c:v>
                </c:pt>
                <c:pt idx="3">
                  <c:v>7.1</c:v>
                </c:pt>
                <c:pt idx="4">
                  <c:v>6.0</c:v>
                </c:pt>
              </c:numCache>
            </c:numRef>
          </c:xVal>
          <c:yVal>
            <c:numRef>
              <c:f>Sheet1!$B$9:$B$13</c:f>
              <c:numCache>
                <c:formatCode>General</c:formatCode>
                <c:ptCount val="5"/>
                <c:pt idx="0">
                  <c:v>1.2</c:v>
                </c:pt>
                <c:pt idx="1">
                  <c:v>2.1</c:v>
                </c:pt>
                <c:pt idx="2">
                  <c:v>1.8</c:v>
                </c:pt>
                <c:pt idx="3">
                  <c:v>2.5</c:v>
                </c:pt>
                <c:pt idx="4">
                  <c:v>0.9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