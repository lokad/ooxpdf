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Curve</c:v>
                </c:pt>
              </c:strCache>
            </c:strRef>
          </c:tx>
          <c:xVal>
            <c:numRef>
              <c:f>Sheet1!$A$2:$A$21</c:f>
              <c:numCache>
                <c:formatCode>General</c:formatCode>
                <c:ptCount val="20"/>
                <c:pt idx="0">
                  <c:v>0.0</c:v>
                </c:pt>
                <c:pt idx="1">
                  <c:v>0.5</c:v>
                </c:pt>
                <c:pt idx="2">
                  <c:v>1.0</c:v>
                </c:pt>
                <c:pt idx="3">
                  <c:v>1.5</c:v>
                </c:pt>
                <c:pt idx="4">
                  <c:v>2.0</c:v>
                </c:pt>
                <c:pt idx="5">
                  <c:v>2.5</c:v>
                </c:pt>
                <c:pt idx="6">
                  <c:v>3.0</c:v>
                </c:pt>
                <c:pt idx="7">
                  <c:v>3.5</c:v>
                </c:pt>
                <c:pt idx="8">
                  <c:v>4.0</c:v>
                </c:pt>
                <c:pt idx="9">
                  <c:v>4.5</c:v>
                </c:pt>
                <c:pt idx="10">
                  <c:v>5.0</c:v>
                </c:pt>
                <c:pt idx="11">
                  <c:v>5.5</c:v>
                </c:pt>
                <c:pt idx="12">
                  <c:v>6.0</c:v>
                </c:pt>
                <c:pt idx="13">
                  <c:v>6.5</c:v>
                </c:pt>
                <c:pt idx="14">
                  <c:v>7.0</c:v>
                </c:pt>
                <c:pt idx="15">
                  <c:v>7.5</c:v>
                </c:pt>
                <c:pt idx="16">
                  <c:v>8.0</c:v>
                </c:pt>
                <c:pt idx="17">
                  <c:v>8.5</c:v>
                </c:pt>
                <c:pt idx="18">
                  <c:v>9.0</c:v>
                </c:pt>
                <c:pt idx="19">
                  <c:v>9.5</c:v>
                </c:pt>
              </c:numCache>
            </c:numRef>
          </c:xVal>
          <c:yVal>
            <c:numRef>
              <c:f>Sheet1!$B$2:$B$21</c:f>
              <c:numCache>
                <c:formatCode>General</c:formatCode>
                <c:ptCount val="20"/>
                <c:pt idx="0">
                  <c:v>5.0</c:v>
                </c:pt>
                <c:pt idx="1">
                  <c:v>6.438276615812609</c:v>
                </c:pt>
                <c:pt idx="2">
                  <c:v>7.524412954423689</c:v>
                </c:pt>
                <c:pt idx="3">
                  <c:v>7.992484959812163</c:v>
                </c:pt>
                <c:pt idx="4">
                  <c:v>7.727892280477045</c:v>
                </c:pt>
                <c:pt idx="5">
                  <c:v>6.795416432311869</c:v>
                </c:pt>
                <c:pt idx="6">
                  <c:v>5.423360024179601</c:v>
                </c:pt>
                <c:pt idx="7">
                  <c:v>3.9476503169311403</c:v>
                </c:pt>
                <c:pt idx="8">
                  <c:v>2.7295925140762156</c:v>
                </c:pt>
                <c:pt idx="9">
                  <c:v>2.067409647004709</c:v>
                </c:pt>
                <c:pt idx="10">
                  <c:v>2.1232271760105847</c:v>
                </c:pt>
                <c:pt idx="11">
                  <c:v>2.8833790232888243</c:v>
                </c:pt>
                <c:pt idx="12">
                  <c:v>4.161753505403222</c:v>
                </c:pt>
                <c:pt idx="13">
                  <c:v>5.645359964263447</c:v>
                </c:pt>
                <c:pt idx="14">
                  <c:v>6.970959796156367</c:v>
                </c:pt>
                <c:pt idx="15">
                  <c:v>7.813999930324217</c:v>
                </c:pt>
                <c:pt idx="16">
                  <c:v>7.968074739870145</c:v>
                </c:pt>
                <c:pt idx="17">
                  <c:v>7.39546133787047</c:v>
                </c:pt>
                <c:pt idx="18">
                  <c:v>6.23635545572527</c:v>
                </c:pt>
                <c:pt idx="19">
                  <c:v>4.774546638614572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9144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