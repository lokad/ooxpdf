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4472C4"/>
              </a:solidFill>
            </a:ln>
          </c:spPr>
          <c:marker>
            <c:spPr>
              <a:solidFill>
                <a:srgbClr val="4472C4"/>
              </a:solidFill>
              <a:ln>
                <a:solidFill>
                  <a:srgbClr val="4472C4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2">
                  <c:v>0</c:v>
                </c:pt>
                <c:pt idx="3">
                  <c:v>18</c:v>
                </c:pt>
                <c:pt idx="4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1E-4033-95D4-D3D5277611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spPr>
            <a:ln>
              <a:solidFill>
                <a:srgbClr val="ED7D31"/>
              </a:solidFill>
            </a:ln>
          </c:spPr>
          <c:marker>
            <c:spPr>
              <a:solidFill>
                <a:srgbClr val="ED7D31"/>
              </a:solidFill>
              <a:ln>
                <a:solidFill>
                  <a:srgbClr val="ED7D31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14</c:v>
                </c:pt>
                <c:pt idx="4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1E-4033-95D4-D3D5277611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4915071"/>
        <c:axId val="228831455"/>
      </c:lineChart>
      <c:catAx>
        <c:axId val="1444915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28831455"/>
        <c:crosses val="autoZero"/>
        <c:auto val="1"/>
        <c:lblAlgn val="ctr"/>
        <c:lblOffset val="100"/>
        <c:noMultiLvlLbl val="0"/>
      </c:catAx>
      <c:valAx>
        <c:axId val="228831455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800"/>
            </a:pPr>
            <a:endParaRPr lang="en-US"/>
          </a:p>
        </c:txPr>
        <c:crossAx val="1444915071"/>
        <c:crosses val="autoZero"/>
        <c:crossBetween val="between"/>
        <c:majorUnit val="10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cat>
            <c:multiLvlStrRef>
              <c:f>Sheet1!$A$2:$A$6</c:f>
            </c:multiLvlStrRef>
          </c:cat>
          <c:val>
            <c:numRef>
              <c:f>Sheet1!$B$2:$B$6</c:f>
            </c:numRef>
          </c:val>
          <c:extLst>
            <c:ext xmlns:c16="http://schemas.microsoft.com/office/drawing/2014/chart" uri="{C3380CC4-5D6E-409C-BE32-E72D297353CC}">
              <c16:uniqueId val="{00000000-002C-49C7-AC92-1C2C9677AFFA}"/>
            </c:ext>
          </c:extLst>
        </c:ser>
        <c:ser>
          <c:idx val="1"/>
          <c:order val="1"/>
          <c:tx>
            <c:strRef>
              <c:f>Sheet1!$C$1</c:f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invertIfNegative val="0"/>
          <c:cat>
            <c:multiLvlStrRef>
              <c:f>Sheet1!$A$2:$A$6</c:f>
            </c:multiLvlStrRef>
          </c:cat>
          <c:val>
            <c:numRef>
              <c:f>Sheet1!$C$2:$C$6</c:f>
            </c:numRef>
          </c:val>
          <c:extLst>
            <c:ext xmlns:c16="http://schemas.microsoft.com/office/drawing/2014/chart" uri="{C3380CC4-5D6E-409C-BE32-E72D297353CC}">
              <c16:uniqueId val="{00000001-002C-49C7-AC92-1C2C9677A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82313119"/>
        <c:axId val="228846815"/>
      </c:barChart>
      <c:catAx>
        <c:axId val="14823131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28846815"/>
        <c:crosses val="autoZero"/>
        <c:auto val="1"/>
        <c:lblAlgn val="ctr"/>
        <c:lblOffset val="100"/>
        <c:noMultiLvlLbl val="0"/>
      </c:catAx>
      <c:valAx>
        <c:axId val="228846815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800"/>
            </a:pPr>
            <a:endParaRPr lang="en-US"/>
          </a:p>
        </c:txPr>
        <c:crossAx val="1482313119"/>
        <c:crosses val="autoZero"/>
        <c:crossBetween val="between"/>
        <c:majorUnit val="10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2">
                  <c:v>0</c:v>
                </c:pt>
                <c:pt idx="3">
                  <c:v>18</c:v>
                </c:pt>
                <c:pt idx="4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4D-46B8-A6FC-0770DD0437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14</c:v>
                </c:pt>
                <c:pt idx="4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4D-46B8-A6FC-0770DD043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82311727"/>
        <c:axId val="228854495"/>
      </c:areaChart>
      <c:catAx>
        <c:axId val="14823117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28854495"/>
        <c:crosses val="autoZero"/>
        <c:auto val="1"/>
        <c:lblAlgn val="ctr"/>
        <c:lblOffset val="100"/>
        <c:noMultiLvlLbl val="0"/>
      </c:catAx>
      <c:valAx>
        <c:axId val="228854495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800"/>
            </a:pPr>
            <a:endParaRPr lang="en-US"/>
          </a:p>
        </c:txPr>
        <c:crossAx val="1482311727"/>
        <c:crosses val="autoZero"/>
        <c:crossBetween val="midCat"/>
        <c:majorUnit val="10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7303-83A9-0A64-7C0C-36D2300EF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A2B26E-7880-3C7F-359C-9F92D1284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D875-844F-B31D-93B1-B28F7151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5D169-AFDF-6987-FE83-B5669BD7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55576-A960-D7B2-58DF-90ED956D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7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1C747-2BB9-023A-5D5B-E86F5A53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94AEE-4D71-FBEA-B102-A1EF7662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594D-375D-0821-F14E-01582518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BD0ED-22C6-0693-A9E2-A5FEB30A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E2512-9921-5949-B13F-FD30D15B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12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59E8-D3BE-0D0D-3BBB-059E3C86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6C0D6-85A8-B022-36E1-79380EA5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ABCA-B64B-A366-40C8-DB358334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2D6C1-1B96-1936-5890-419C7916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E36C-5713-BA0C-E19D-9ADC0B8C1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9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C94D-0254-97ED-2157-04E4D762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78172-2CD7-A908-6A8B-FE02D6FFC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A11AA-B764-BF57-D197-11969B458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0F820-7969-6819-E5CC-BFBC11B8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89916-79C3-0F56-471B-F1F6F309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A5C25-C24B-3766-0457-77CADC5B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9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48DE-ACF1-C0FC-6338-C3FD0E5F3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8007F-E935-B270-A214-91979C95B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1FA4F-338F-8433-93B5-C24704D05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E2257-D738-C91B-3417-4BF70D8C2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44108-A5FF-66AE-0DFE-853CFA4B9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1A0D74-35A6-7830-B13E-D300FC5E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9514B-1C61-7839-EC29-33D54DF5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76F10-31B6-0FE2-A72B-1E3FE163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0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6313-4A18-1635-B0B6-75D62B251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0A54C-A84F-281C-279C-7ED4530D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B323E-3A05-3017-F600-0A327C171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5DC25-47B8-C03C-C4DE-7D466564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0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3AD267-5819-D985-AB03-E8C7DEF8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850A90-D0BC-D196-FD85-C79C523C7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665EA-5F86-DE2D-3EA1-4EDEC6E6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8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E5D8E-05D6-0B36-97CC-DBC295DE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24057-AB9F-F399-B5CE-3FD0111FF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0E7F5-F98C-4660-2CEE-5D620E2C9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75C5C-81B2-D6DD-D1D4-563DC6AD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445A8-2B83-D6E2-96A8-56933604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44A2-982F-38E2-09EE-60953795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7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7D84-43C1-44B6-43AB-469E65B5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C9842-5F9F-1210-4693-52ED8F3D9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CA5D1-5167-344A-707E-108C5B9D4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2E19A-126A-F14D-4FFE-FADF6D09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29D77-EDF7-49A2-B5A4-80F9DFB9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9BE82-A780-E835-4247-543DF123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8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F066F-2C65-9B71-6A5E-C19C150A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967CB-AEEC-BB29-F2C9-477B13157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B35FA-0FFF-5255-E8B8-2C44A22C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D9667-6102-EA4C-A3AA-287F2004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7BCAA-32E7-9531-AD4C-1BCEED773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0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803D1-869F-008F-F97D-CCB1AB3DC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6523C-080B-DE74-537B-9739ED1A6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66794-7136-A120-8531-3217D3D6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1A28E-F2DD-FFFF-C93B-7548100CF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43204-27CD-8142-5BE8-9975B774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1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EDE2A-7F70-ADEB-EB64-2A50714DA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4B9A9-EDF1-C7E1-9608-8A09A528F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66C67-2C71-F142-FBCF-1F1A0082B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6C31F-FFC7-4C2C-A477-04519B4CD2C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00D43-4BCD-DD08-EFDA-4FBF76DE1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B5EF6-A5E5-5366-3412-4E9367B37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6A194E-C5C2-48A3-BA70-ECEC73EAE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24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5708DCD-84B0-2735-1F04-EC18E6D3BC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7264078"/>
              </p:ext>
            </p:extLst>
          </p:nvPr>
        </p:nvGraphicFramePr>
        <p:xfrm>
          <a:off x="533400" y="457200"/>
          <a:ext cx="381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33DCE7B-9E5A-5E29-8225-DD42D7BFDB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8187207"/>
              </p:ext>
            </p:extLst>
          </p:nvPr>
        </p:nvGraphicFramePr>
        <p:xfrm>
          <a:off x="4800600" y="457200"/>
          <a:ext cx="381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BA5B1F9-0FE8-6073-B38B-D1BD657825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2610447"/>
              </p:ext>
            </p:extLst>
          </p:nvPr>
        </p:nvGraphicFramePr>
        <p:xfrm>
          <a:off x="2667000" y="3505200"/>
          <a:ext cx="3810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60181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2026-05-27T01:13:41Z</dcterms:created>
  <dcterms:modified xsi:type="dcterms:W3CDTF">2026-05-27T01:13:41Z</dcterms:modified>
</cp:coreProperties>
</file>