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72-4CEB-B736-447C6BE7EE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Secondary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44</c:v>
                </c:pt>
                <c:pt idx="2">
                  <c:v>52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72-4CEB-B736-447C6BE7E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33180128"/>
        <c:axId val="1135626752"/>
      </c:barChart>
      <c:catAx>
        <c:axId val="1133180128"/>
        <c:scaling>
          <c:orientation val="minMax"/>
        </c:scaling>
        <c:delete val="0"/>
        <c:axPos val="t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Category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135626752"/>
        <c:crosses val="max"/>
        <c:auto val="1"/>
        <c:lblAlgn val="ctr"/>
        <c:lblOffset val="100"/>
        <c:noMultiLvlLbl val="0"/>
      </c:catAx>
      <c:valAx>
        <c:axId val="1135626752"/>
        <c:scaling>
          <c:orientation val="minMax"/>
          <c:max val="80"/>
          <c:min val="0"/>
        </c:scaling>
        <c:delete val="0"/>
        <c:axPos val="r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Value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133180128"/>
        <c:crosses val="max"/>
        <c:crossBetween val="between"/>
        <c:majorUnit val="20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C23A-AC8E-3C13-AB57-FC9BA2CA0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1BAE2-87EE-FF6E-3C63-F4E1E66AA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E860A-4FF6-612C-BCA4-EA124D73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E408D-4B57-822F-40A3-32A62FC3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B3519-5CB1-685E-50C2-3B4C7B43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4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7D96-3947-7A03-8AA0-63BF4982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9B964-4003-80C5-49EA-67EFA2AB3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E405E-6CBB-F3E5-2FEC-04B46F78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33CAD-FF23-FFC5-3DBB-32CC74E1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79020-FF0C-A456-E671-DF3B15AF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9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E3F2-69E7-CD67-FB87-C9CA709D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B33CF-6023-A1F9-7862-93FFE5B0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BDD45-5D89-D05C-1E97-659BEEDD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1240-38AE-BD8C-8330-61D516D5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E3536-1B67-82CF-03C4-6EDEE029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4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15C7-07C7-2B12-9F4C-7994C62B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F6D2D-051A-DC52-CD65-7CA9B8300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D6BFC-E3BC-D851-B04E-1E8D6F436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A5CB3-D3B7-090F-17D3-E0A5C4C6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20E7A-B87D-BDFB-5333-0166017A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16C8D-9D9F-3BE4-D1BD-39BDA1AE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4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379E-CD50-91FB-E4EE-FC0F2DC6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B1C4D-4613-114C-22FE-381689530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D1DE4-3176-4ABA-C540-B39B813E9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45D43-8C2F-1FED-AEDB-5C701180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C0BE2-0AC2-35DF-2762-4B6989E12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E1D38-B72C-E437-F63F-7A393996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C5EC-0ED6-A2C4-5EB1-36283FEB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F8EA5-9EF9-D30C-ED1B-34203A91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9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982D-B1F2-1594-05C2-60DAAE93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3EEAC-09D2-4922-EE92-69EB7996E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8A14C-33BB-9C7F-9EE0-39C3654B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EB5B-A12A-D23E-23F3-382299AF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7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9A4BB-0DF7-C655-F691-6A2E4CF5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36336-7F73-A908-1A9E-57779921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65B4A-9FC2-0517-E8E1-D82D396B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2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7B6B-52EB-BD90-EC8F-81AE7C77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2BF7-DBC5-ACAD-3A05-B586EC202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C4A8A-3FC5-93B2-37BB-87D9B6E04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0AF11-2614-D0A3-FDB8-5466312E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61609-B47B-2F88-87A9-42B495E2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F6917-DDB3-0354-7AA5-CC60909E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4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1C47-E30E-FB51-B771-EB980C61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C2B13-A346-A402-7068-7DDAB08240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B0E87-64F9-AB3A-439A-C40883314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F0D-9A36-77D0-181B-A8819EE7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CF0C2-7262-84EC-D2F8-EB13E25D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36FEC-F289-B653-B0A6-F7EF4C99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2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E4B7-26B5-1705-1A1E-3D41817D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8C28F-DAA5-CF4A-0F9F-D9A1977AE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05A74-3A42-2E24-209C-346A0F7C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84740-F1BD-4C75-A5FA-B4E8F911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B2F70-AC34-5D3C-8C09-7B2C10D6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4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0A1C6-94BF-1E34-E2B3-9229E3D9D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B7209-5650-25CE-C513-A9C222608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15C8-3B0C-B9B6-B616-3314CDCA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B5A0-8AD1-CE82-B482-F8C4599D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9DE6-BC55-4F3E-A89A-C5ADC11E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808F5-A65F-73E2-2E07-426836BB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F62E1-8DBB-357E-6A16-A350D531E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A2F0-0B53-F486-2D7D-92D20A65C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C70CE-4CD7-4FCD-8CCE-99A53492629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A3093-4B01-D49B-BBCA-BB80B2D71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D0580-C5C6-7788-566A-0C1CE212C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72694-9182-4101-A898-D775B2511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4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80BC981-41DC-004C-AFA6-CBA56DB7B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3263624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395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2026-05-28T14:21:01Z</dcterms:created>
  <dcterms:modified xsi:type="dcterms:W3CDTF">2026-05-28T14:21:01Z</dcterms:modified>
</cp:coreProperties>
</file>