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base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EBITDA +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8C-4E99-B28D-320864941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Stock top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EBITDA +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8C-4E99-B28D-320864941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305007"/>
        <c:axId val="350042399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Gain base</c:v>
                </c:pt>
              </c:strCache>
            </c:strRef>
          </c:tx>
          <c:spPr>
            <a:solidFill>
              <a:srgbClr val="2F856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EBITDA +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8C-4E99-B28D-3208649414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Gain middle</c:v>
                </c:pt>
              </c:strCache>
            </c:strRef>
          </c:tx>
          <c:spPr>
            <a:pattFill prst="pct70">
              <a:fgClr>
                <a:srgbClr val="2F856A"/>
              </a:fgClr>
              <a:bgClr>
                <a:srgbClr val="BFBFBF"/>
              </a:bgClr>
            </a:patt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EBITDA +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C8C-4E99-B28D-3208649414E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Gain top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EBITDA +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8C-4E99-B28D-320864941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532991"/>
        <c:axId val="350041919"/>
      </c:barChart>
      <c:catAx>
        <c:axId val="4863050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700">
                <a:solidFill>
                  <a:srgbClr val="666666"/>
                </a:solidFill>
              </a:defRPr>
            </a:pPr>
            <a:endParaRPr lang="en-US"/>
          </a:p>
        </c:txPr>
        <c:crossAx val="350042399"/>
        <c:crosses val="autoZero"/>
        <c:auto val="1"/>
        <c:lblAlgn val="ctr"/>
        <c:lblOffset val="100"/>
        <c:noMultiLvlLbl val="0"/>
      </c:catAx>
      <c:valAx>
        <c:axId val="350042399"/>
        <c:scaling>
          <c:orientation val="minMax"/>
          <c:max val="200"/>
        </c:scaling>
        <c:delete val="0"/>
        <c:axPos val="l"/>
        <c:majorGridlines>
          <c:spPr>
            <a:ln w="12700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prstClr val="black">
                      <a:tint val="75000"/>
                    </a:prstClr>
                  </a:solidFill>
                  <a:prstDash val="solid"/>
                  <a:round/>
                </a14:hiddenLine>
              </a:ext>
            </a:extLst>
          </c:spPr>
        </c:majorGridlines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700">
                <a:solidFill>
                  <a:srgbClr val="666666"/>
                </a:solidFill>
              </a:defRPr>
            </a:pPr>
            <a:endParaRPr lang="en-US"/>
          </a:p>
        </c:txPr>
        <c:crossAx val="486305007"/>
        <c:crosses val="autoZero"/>
        <c:crossBetween val="between"/>
        <c:majorUnit val="20"/>
      </c:valAx>
      <c:valAx>
        <c:axId val="350041919"/>
        <c:scaling>
          <c:orientation val="minMax"/>
          <c:max val="20"/>
        </c:scaling>
        <c:delete val="0"/>
        <c:axPos val="r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700">
                <a:solidFill>
                  <a:srgbClr val="666666"/>
                </a:solidFill>
              </a:defRPr>
            </a:pPr>
            <a:endParaRPr lang="en-US"/>
          </a:p>
        </c:txPr>
        <c:crossAx val="486532991"/>
        <c:crosses val="max"/>
        <c:crossBetween val="between"/>
        <c:majorUnit val="2"/>
      </c:valAx>
      <c:catAx>
        <c:axId val="4865329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50041919"/>
        <c:auto val="1"/>
        <c:lblAlgn val="ctr"/>
        <c:lblOffset val="100"/>
        <c:noMultiLvlLbl val="0"/>
      </c:cat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F5E5-5A92-9255-03FC-F03BC2B87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B7CDC-FA2C-836A-C39B-DC20EC7FE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EDAE7-A8CD-4FD3-98ED-67A628C2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0372-C026-5D22-CBC9-084F8890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4E7CF-4424-9824-484B-AC43906B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8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BAF3-B269-B23A-8E31-21416504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BB34A-F11A-B646-AA4A-A91F63400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A7C8B-D50D-6905-5955-8FFC43C8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44F8-DA63-1436-66CC-CE7D2C147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CC75-2E95-2B32-F914-2AE9033B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9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66F3-71B7-314F-29D7-8A1D7673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5F674-7B7F-9AC0-EC64-68872BF18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88610-13D3-4A0B-21FD-4292A16C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888B-6108-0A10-825C-545D10AA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33520-D658-499F-DB76-069CFCDB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4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8516-F6AB-038E-854E-E0082A46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19550-7872-D6B9-C410-DA295A072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BDCD9-0031-6C70-9ACC-26E25EBFD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D1809-EB8C-5FA1-506E-CB6F7E28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C4045-734C-E98C-0334-1B08FEF3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61694-6F8B-2114-9157-96EB1DA5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2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3B75-E805-915B-3000-F6294DC4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B331F-B255-E3A0-EE8A-8CBF66029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74081-3048-2788-7EA0-460A87CBC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AE0FB-CF2E-1CFD-70CD-B224D9B81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500C5-03FA-E086-29BF-2E79CF4BE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2DC8F-052B-1BF2-30D3-85007789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0F097-EE02-FE49-D752-011EF054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8CB1E-EF79-A655-8356-363AD4E2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8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AD24-C9C5-DA28-1CD7-2EC93FEA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588AC-673F-1471-3040-75EE0501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21901-DCFC-DDF6-5AFD-89F908A2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ED20-A31D-896A-C8DD-69A610A0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4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E8B9-9C0F-352A-CFC3-0D3982D6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546AE7-1115-CD04-6757-74BBAAAB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0B9C1-BFDC-B5B4-F426-D06A69E9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B3E3-B923-02DF-69AF-336044855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DADD4-FDD2-52B7-493E-AA9035592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ADB47-C06E-A896-7743-04E5DB6DF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9DC44-55BC-8E4B-7F6E-0F190A9F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24DC2-0419-E2DE-8A75-7F7ABB67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7133A-35E1-67EC-E6BC-63676A8B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7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69BA8-2940-B05D-B477-8282C966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95C24-4294-A830-5CCA-7BDA4A40F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A13C0-8928-9AFA-8908-45B1E96AB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FB97-5235-3857-7EE8-9B3005D6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14660-8AA3-9590-8316-15D751EA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1A6A9-7B12-B711-91F1-DA75A301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44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701B-C330-134E-7AA5-ECDF3D22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49828-8ADD-52E1-5FC5-B93B56695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FF88-6E0B-99FB-4DC5-B9B50C4D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3D79C-7FA5-7722-1180-CF8A0899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60DC7-02C1-691C-4CE7-3D85CA2F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3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A962D-46BD-5E75-4640-BAEDE75F6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5A728-C709-2DF6-FEB6-5F9665100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EA943-E56D-E1EA-486A-E85659AE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D992-C745-3FE6-C00B-477419E3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E621D-897F-FE74-406E-29FF4B97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1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DE76B-4DBA-C7D6-16FA-92502CC7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4D7B8-D6BD-A531-3EFF-9F94E964B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933DB-3BC1-CB20-9CAE-DDBC6A92B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1785B-64F4-4B97-9EAC-42529211CCF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23B4D-E710-B03A-EF95-928C825E2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98F46-0E57-4BC8-7A6C-436D92398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4BE33-D781-44F2-A099-403073D3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7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6328E47-70F8-A6F6-291A-522B3DB54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9493705"/>
              </p:ext>
            </p:extLst>
          </p:nvPr>
        </p:nvGraphicFramePr>
        <p:xfrm>
          <a:off x="5461000" y="2095500"/>
          <a:ext cx="32385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1D29AAF-36B3-329F-6579-3D0881C48DB9}"/>
              </a:ext>
            </a:extLst>
          </p:cNvPr>
          <p:cNvCxnSpPr/>
          <p:nvPr/>
        </p:nvCxnSpPr>
        <p:spPr>
          <a:xfrm>
            <a:off x="8318500" y="2921000"/>
            <a:ext cx="0" cy="1079500"/>
          </a:xfrm>
          <a:prstGeom prst="straightConnector1">
            <a:avLst/>
          </a:prstGeom>
          <a:ln w="12700">
            <a:solidFill>
              <a:srgbClr val="2F856A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437906-7B4A-6594-51FD-1BB7A4066729}"/>
              </a:ext>
            </a:extLst>
          </p:cNvPr>
          <p:cNvCxnSpPr/>
          <p:nvPr/>
        </p:nvCxnSpPr>
        <p:spPr>
          <a:xfrm>
            <a:off x="7188200" y="2476500"/>
            <a:ext cx="762000" cy="635000"/>
          </a:xfrm>
          <a:prstGeom prst="straightConnector1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1B9069-8BAF-AEB5-5AE8-1564CE89BF99}"/>
              </a:ext>
            </a:extLst>
          </p:cNvPr>
          <p:cNvCxnSpPr/>
          <p:nvPr/>
        </p:nvCxnSpPr>
        <p:spPr>
          <a:xfrm>
            <a:off x="7188200" y="2603500"/>
            <a:ext cx="762000" cy="635000"/>
          </a:xfrm>
          <a:prstGeom prst="straightConnector1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85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2026-05-23T21:46:06Z</dcterms:created>
  <dcterms:modified xsi:type="dcterms:W3CDTF">2026-05-23T21:46:06Z</dcterms:modified>
</cp:coreProperties>
</file>