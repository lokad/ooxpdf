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marker>
            <c:symbol val="none"/>
          </c:marker>
          <c:cat>
            <c:strRef>
              <c:f>Sheet1!$A$2:$A$4</c:f>
              <c:strCache>
                <c:ptCount val="3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120</c:v>
                </c:pt>
                <c:pt idx="1">
                  <c:v>135</c:v>
                </c:pt>
                <c:pt idx="2">
                  <c:v>148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35</c:v>
                </c:pt>
                <c:pt idx="1">
                  <c:v>25</c:v>
                </c:pt>
                <c:pt idx="2">
                  <c:v>22</c:v>
                </c:pt>
                <c:pt idx="3">
                  <c:v>18</c:v>
                </c:pt>
              </c:numCache>
            </c:numRef>
          </c:val>
        </c:ser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457200" y="457200"/>
          <a:ext cx="502920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5943600" y="457200"/>
          <a:ext cx="5029200" cy="54864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