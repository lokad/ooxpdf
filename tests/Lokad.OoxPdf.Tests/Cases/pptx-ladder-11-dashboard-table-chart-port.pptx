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850</c:v>
                </c:pt>
                <c:pt idx="1">
                  <c:v>920</c:v>
                </c:pt>
                <c:pt idx="2">
                  <c:v>780</c:v>
                </c:pt>
                <c:pt idx="3">
                  <c:v>1050</c:v>
                </c:pt>
                <c:pt idx="4">
                  <c:v>990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Dashboard: Monthly KPIs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7620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12,450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$89K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09728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