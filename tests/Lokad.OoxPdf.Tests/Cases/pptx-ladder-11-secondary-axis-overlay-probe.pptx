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C6-4E34-A8DA-FA75B89F3B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C6-4E34-A8DA-FA75B89F3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20345071"/>
        <c:axId val="1061789599"/>
      </c:barChar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Lost sales</c:v>
                </c:pt>
              </c:strCache>
            </c:strRef>
          </c:tx>
          <c:spPr>
            <a:solidFill>
              <a:srgbClr val="2F856A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C6-4E34-A8DA-FA75B89F3B7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Efficiency</c:v>
                </c:pt>
              </c:strCache>
            </c:strRef>
          </c:tx>
          <c:spPr>
            <a:pattFill prst="pct70">
              <a:fgClr>
                <a:srgbClr val="2F856A"/>
              </a:fgClr>
              <a:bgClr>
                <a:srgbClr val="BFBFBF"/>
              </a:bgClr>
            </a:patt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C6-4E34-A8DA-FA75B89F3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32581776"/>
        <c:axId val="903029823"/>
      </c:barChart>
      <c:catAx>
        <c:axId val="12203450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1061789599"/>
        <c:crosses val="autoZero"/>
        <c:auto val="1"/>
        <c:lblAlgn val="ctr"/>
        <c:lblOffset val="100"/>
        <c:noMultiLvlLbl val="0"/>
      </c:catAx>
      <c:valAx>
        <c:axId val="1061789599"/>
        <c:scaling>
          <c:orientation val="minMax"/>
          <c:max val="200"/>
        </c:scaling>
        <c:delete val="0"/>
        <c:axPos val="l"/>
        <c:majorGridlines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1220345071"/>
        <c:crosses val="autoZero"/>
        <c:crossBetween val="between"/>
        <c:majorUnit val="20"/>
      </c:valAx>
      <c:valAx>
        <c:axId val="903029823"/>
        <c:scaling>
          <c:orientation val="minMax"/>
          <c:max val="20"/>
        </c:scaling>
        <c:delete val="0"/>
        <c:axPos val="r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1232581776"/>
        <c:crosses val="max"/>
        <c:crossBetween val="between"/>
        <c:majorUnit val="2"/>
      </c:valAx>
      <c:catAx>
        <c:axId val="12325817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03029823"/>
        <c:auto val="1"/>
        <c:lblAlgn val="ctr"/>
        <c:lblOffset val="100"/>
        <c:noMultiLvlLbl val="0"/>
      </c:cat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22AD-1AF1-F889-286B-4DC3F70AC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755C6-E917-911B-C74E-97C42C23F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3549C-580A-66F1-C2BF-4C56211A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ACB94-A7C5-3E81-09FC-D3C1503B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21463-22DC-2B9C-61BD-346AF351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1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1551-02E6-E26C-AA81-AC063F25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483F-A4B6-EBA0-C181-A1102A5CE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B6C86-FA83-0769-404C-0AB6F51C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76B49-2C36-B7A4-0D80-789EE5A9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4AFD5-AEB4-2BFB-A3E4-197850CE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8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EB6D-528F-0D11-861C-A9361E80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81D81-6733-8C1E-3FDB-39194DB0C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91E94-85CE-1673-1A6C-6FA0CCE6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3110-7D5E-1853-E297-A47FFFE0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31A1F-A481-B9EE-A5F7-503B65A5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8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1AEC-C239-DBE1-0630-4B40D9AF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2BCE-D298-C1E3-9F68-62C175F80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F1AB4-8C92-E67E-1860-51F6004CC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21D69-9ADD-84E4-DDA3-EF414FD6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EB53F-3824-D51C-0B46-5D4EDE0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F5854-4966-F547-6801-0C3C584C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1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B50A-3127-471B-0DFA-B22ECB8A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172C-F2DE-B8C2-E406-896353FB5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9B466-C928-A8B8-D0ED-53EC1037E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918C0-0493-0E96-2927-BF6B50776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5C86C-5F45-DD97-A69D-01436180C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8F66A-4706-8C99-D3A3-E614AF67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CA97C-1D6F-4BB0-46A6-BF9CE211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EEE70-6475-BB5F-6C56-6170F65E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7F41-705B-3391-0DBD-2597F5A4D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AB8E4-CBD5-CD27-A16A-A1B9614A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7B1E8-56CF-861C-C697-3FF0132A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A12C1-6A4C-F38F-7740-087836D9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4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1535E-B09F-C7E1-F5E1-ECFF5A7B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5E1F6-0D6B-A91D-D272-B016A58D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2311F-EA9A-D324-757C-BF2A76E2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1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A4C4-AAA4-498B-5FEC-220388D7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6CAE-DAAD-239A-8646-2C55B5A9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5ACF0-3D26-CC6D-5E34-CCA9F5278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84DB9-92F8-30BF-2374-21A2396F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A7DE3-59C0-FE9A-5AC0-BED1954A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D53B4-A14E-D76C-8437-3A6EB9FA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00E3-BB4D-56A1-A2AE-41DFCEFFC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DBF4D-CC46-EE41-FF97-41E2EB0DA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2466B-DB69-EA35-D51E-2A5B509CC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B1C2F-6C91-211E-7EEF-FA1D6518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BA0D2-E941-730A-4091-ED34C3C6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39352-735B-B7AB-AC7D-B3949ACD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8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B83F-F655-B125-9F42-B2E395AA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3C077-12B7-1C0E-4437-492726258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834E8-38DB-3CDF-E8F3-46B3A0E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4015F-027F-6C17-F4A4-9CF4D1C7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837DF-B184-FD10-B860-168F66DF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C6A1F-48C0-7B6B-182F-0BDD9F851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6D356-959C-ED96-349F-D76A57241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A965-14B1-FB94-FCEE-1FD2E0E9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AF94-6D25-D594-9F2E-512FB56E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07138-549A-057E-1F92-E65D24EC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6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E506E-581F-B9FE-B9BE-ED45D9EF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83440-57BA-EF4E-9825-7CC86F995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2CA90-D962-4B00-DE48-DEF431E9E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997BC-B8E3-F29B-4F60-B839DE261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B3313-D67E-80BD-4290-A8826DB6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AF0F54E-00C2-4C82-C0FD-EE359B54C9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2241951"/>
              </p:ext>
            </p:extLst>
          </p:nvPr>
        </p:nvGraphicFramePr>
        <p:xfrm>
          <a:off x="1828800" y="11430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69BA20-DB5D-C771-CB06-0419600D3DA6}"/>
              </a:ext>
            </a:extLst>
          </p:cNvPr>
          <p:cNvCxnSpPr/>
          <p:nvPr/>
        </p:nvCxnSpPr>
        <p:spPr>
          <a:xfrm>
            <a:off x="7721600" y="3276600"/>
            <a:ext cx="0" cy="914400"/>
          </a:xfrm>
          <a:prstGeom prst="straightConnector1">
            <a:avLst/>
          </a:prstGeom>
          <a:ln w="19050">
            <a:solidFill>
              <a:srgbClr val="2F856A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52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2026-05-23T20:23:35Z</dcterms:created>
  <dcterms:modified xsi:type="dcterms:W3CDTF">2026-05-23T20:23:35Z</dcterms:modified>
</cp:coreProperties>
</file>