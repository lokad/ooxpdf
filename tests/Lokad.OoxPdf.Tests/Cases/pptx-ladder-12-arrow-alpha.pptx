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ADD6C-5082-60AB-2525-D870155816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2B9A19-7073-3060-C29C-2E4CFFEEE5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63DE9D-080F-7F40-B64D-B49754E85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0EA85-8317-4F8D-A25C-BD737EFD1DB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113F23-14E0-529E-3FC9-D09EF5BED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2695A8-B414-7755-ADFF-656758556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517CA-0A32-4EAF-8046-2DC5A82F0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653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B5ED2-E27D-F14F-BA56-EF2A9917A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BF669-CC0D-10D9-7E18-C4C9F80A2E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294EAE-A60A-4C3B-3311-188E693DF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0EA85-8317-4F8D-A25C-BD737EFD1DB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BDA233-6F7B-FBB6-E8A9-301AB5A6A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3D74F9-83A6-B3FE-BC0A-A473CE893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517CA-0A32-4EAF-8046-2DC5A82F0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968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AFD12-386E-F704-2B92-9DE617D7B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17B40C-DFB4-846C-3A1B-DCC7873C9C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D944AF-F76B-E740-9CD9-C4520FB54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0EA85-8317-4F8D-A25C-BD737EFD1DB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D037CA-9178-820D-249B-85C6B2D8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E68A2A-5C77-B533-C4AB-862DFE523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517CA-0A32-4EAF-8046-2DC5A82F0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076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94E27-748E-B270-60D0-0ECDA2ED4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0DA1A-4C66-0B95-D00B-E8F104921C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4A65CB-DC77-194F-C45B-D61F88B194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48C9DF-0301-4E34-0629-D84951961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0EA85-8317-4F8D-A25C-BD737EFD1DB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36355D-808F-FA44-3357-7B54C6DCF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16AE90-9A44-224F-B140-740269A3C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517CA-0A32-4EAF-8046-2DC5A82F0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862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F4C6E-8A7C-8674-8D4E-A435D0F3B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B2BE87-ECE6-0DD4-C1D0-242CC2AA0F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A146E7-3EF5-B68C-3421-41D5C02609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37AE00-105B-7CFD-53D7-ABDCAA09EB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9D77A1-1274-3E8C-5863-522D440FBE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5FF913-D7DD-3884-C5C7-6EED911AB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0EA85-8317-4F8D-A25C-BD737EFD1DB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32706A-3117-670F-8FBF-9C295DF1F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99360-F551-7C6F-4A9A-D17D385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517CA-0A32-4EAF-8046-2DC5A82F0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308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9B27D-38F5-335F-02F9-CEFCC9A2F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F0D514-975C-9FA3-EE5B-4E7B1E7A1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0EA85-8317-4F8D-A25C-BD737EFD1DB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724CBA-E996-A906-2C94-88FAE2EDB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0558EF-9DA8-4758-F742-963C89D40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517CA-0A32-4EAF-8046-2DC5A82F0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994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63F0F5-44DC-6088-5B16-69524F728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0EA85-8317-4F8D-A25C-BD737EFD1DB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54EFED-EC7C-7FB5-AEEF-4BA31FF0B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BD3160-23D7-CA50-131A-F0152BEE4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517CA-0A32-4EAF-8046-2DC5A82F0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316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B216D-B5F8-CAAB-E486-B3A5F8F52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9B39C-F447-24D0-9DB5-4E0FCF6570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7FBD75-2DF7-68A6-2C29-2ECEE7B037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5E198F-F838-0935-15DD-EC8F0A5C7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0EA85-8317-4F8D-A25C-BD737EFD1DB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9C130E-0453-153F-C1B0-038BE627E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5F32E9-A4D7-1706-95D5-263EF84DD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517CA-0A32-4EAF-8046-2DC5A82F0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805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32D0A-0ADE-2036-84A3-374A90FCB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6F8B59-02BD-D327-0B83-184936528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45433A-5729-61D9-0B7A-6A06CB1012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4ADAAC-91B4-1C90-20B3-9ED2DC483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0EA85-8317-4F8D-A25C-BD737EFD1DB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42B644-A869-B689-1724-78E729369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840AB5-EA27-7923-B3C7-F90EE076D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517CA-0A32-4EAF-8046-2DC5A82F0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219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0CA80-1CE2-30D9-939F-EDE432D95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5A0158-6B1B-A29D-8076-3265A8BBB5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5BC17E-244A-E066-169B-751036646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0EA85-8317-4F8D-A25C-BD737EFD1DB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5DEC89-FA9B-95EA-962A-A0CD381CD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3F53DB-0E95-7CB9-7304-5E99FC12A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517CA-0A32-4EAF-8046-2DC5A82F0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433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C9512A-20C3-81F7-BCD1-50C3A1B1EF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7B3A51-41E8-F683-D19B-11C884B82E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DD2EB2-8FF6-F22B-5F7B-4F6E74AC0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0EA85-8317-4F8D-A25C-BD737EFD1DB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C16D0E-3438-C5FC-908B-B9DEB8715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AFC169-7EC3-EE33-1C86-E604393FC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517CA-0A32-4EAF-8046-2DC5A82F0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988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4AFF75-CF5E-9600-CC54-33C1F8AE7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2A481D-C529-E7FC-DBD5-2DBEBADCE5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F26FB2-309E-6513-67DA-5477C312B0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70EA85-8317-4F8D-A25C-BD737EFD1DB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B06DA9-42C9-012D-88BB-7A5373A0EB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73DE5C-BDDB-D92C-7FB1-D68407DB69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8517CA-0A32-4EAF-8046-2DC5A82F0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410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5211665-1D75-9BA3-FCCD-9A780AB0F2FC}"/>
              </a:ext>
            </a:extLst>
          </p:cNvPr>
          <p:cNvSpPr/>
          <p:nvPr/>
        </p:nvSpPr>
        <p:spPr>
          <a:xfrm>
            <a:off x="1676400" y="1981200"/>
            <a:ext cx="5791200" cy="2590800"/>
          </a:xfrm>
          <a:prstGeom prst="rect">
            <a:avLst/>
          </a:prstGeom>
          <a:solidFill>
            <a:srgbClr val="DDE2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746BF3D-2CD2-1BB7-AC43-3EECB709FB52}"/>
              </a:ext>
            </a:extLst>
          </p:cNvPr>
          <p:cNvCxnSpPr/>
          <p:nvPr/>
        </p:nvCxnSpPr>
        <p:spPr>
          <a:xfrm flipV="1">
            <a:off x="2133600" y="2743200"/>
            <a:ext cx="4876800" cy="1066800"/>
          </a:xfrm>
          <a:prstGeom prst="line">
            <a:avLst/>
          </a:prstGeom>
          <a:ln w="304800" cap="flat" cmpd="sng" algn="ctr">
            <a:solidFill>
              <a:srgbClr val="EB5757">
                <a:alpha val="50000"/>
              </a:srgbClr>
            </a:solidFill>
            <a:prstDash val="solid"/>
            <a:miter lim="800000"/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48312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2026-05-15T17:12:10Z</dcterms:created>
  <dcterms:modified xsi:type="dcterms:W3CDTF">2026-05-15T17:12:10Z</dcterms:modified>
</cp:coreProperties>
</file>