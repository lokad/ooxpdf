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13D4-D3BB-E16A-3EEC-EAB6EE4D1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E0712-8E9F-15F1-AC89-69E05427C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423B9-ED15-35AA-2FBC-FEB36F662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9C6E-5351-4D2A-8747-FAC97DB27B0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3C7A8-AA58-AA94-3A20-FC612AB78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68875-A703-7262-A8C2-AA7E6C0AC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B477B-2A2B-4A1C-8294-17F125C74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28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D3FA7-7D40-49FC-B282-3A36F5BC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5EFB1-0973-06DF-3D81-D4B90E900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73AEC-CAB3-B6C7-D565-F7DF43F5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9C6E-5351-4D2A-8747-FAC97DB27B0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41486-03B3-C154-74E9-08CD3863A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C9B32-D671-EF4C-57BC-0B84DD19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B477B-2A2B-4A1C-8294-17F125C74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6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10D91-2DA6-1347-A9C8-D11DB2BF0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749DE-C372-BB1C-CD52-736E7B560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2C8D2-3BC5-01AB-3358-6F590D6E5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9C6E-5351-4D2A-8747-FAC97DB27B0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3A369-2498-CB5D-9D82-072E3D41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FC6F1-9A20-3C20-9248-B68C92E9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B477B-2A2B-4A1C-8294-17F125C74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37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71A5D-D772-0F85-DC8B-A4D21051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A79B6-CD09-E65A-68FD-6E445ADB5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F5192-6DF9-70C4-505D-CF3362340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BD99B-C5DB-CDE2-6F8E-8128A69E3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9C6E-5351-4D2A-8747-FAC97DB27B0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F0EFF-A257-0E12-9CAA-80CB2A8D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B12E7-D5D8-E081-32EB-9E8E68B0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B477B-2A2B-4A1C-8294-17F125C74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9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B832-C84D-4A41-0B4D-7F616BE83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67DF4-76E9-4EBA-A893-4D2BAB72C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0C35C-0040-6EF4-1385-B959C8598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B1ACD7-D22B-CA73-7239-FA22704BD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93CBD3-C86E-959F-66C5-606AB89B0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775F0E-1808-7D06-BC9C-818BE725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9C6E-5351-4D2A-8747-FAC97DB27B0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BD165E-063C-E79E-B4C3-1F495151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3F24A-9559-6B36-5636-FE009294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B477B-2A2B-4A1C-8294-17F125C74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04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EB69-383B-06E6-A5EB-44A9BA23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1ACFD-54ED-88E7-AE54-D1F32E9A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9C6E-5351-4D2A-8747-FAC97DB27B0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AF401-AD13-C86B-1C74-24A5E8477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7A920-8324-843C-050C-46011EB2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B477B-2A2B-4A1C-8294-17F125C74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6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81D71-C0E0-8BDC-8E3E-E02D733EF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9C6E-5351-4D2A-8747-FAC97DB27B0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F63F6-24F7-920E-8670-07FDD793D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91B4E-7E37-5615-9D52-8AD0E53E4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B477B-2A2B-4A1C-8294-17F125C74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27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4B041-78BE-725A-F87C-D2C2D287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A0D6B-DF08-928C-382A-AA3AD38FF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0B827-FB88-1840-E3A7-E002D660E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B18C4-20EC-E5A0-8BBF-1E1839D1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9C6E-5351-4D2A-8747-FAC97DB27B0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AD766-252E-8BA9-0E96-B0BB29266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DECC5-3DFD-79E3-0D5D-FF150DC2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B477B-2A2B-4A1C-8294-17F125C74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7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CBBD-ACF4-F642-6D99-CBA7B3E77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E1EADD-CD20-94D9-5B37-815020412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829D6-AFDB-FFD1-A059-E16664F81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4B06D-2C19-E581-4A74-87304C37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9C6E-5351-4D2A-8747-FAC97DB27B0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E8A47-5E8E-AFFD-FD0A-91F5F499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C4D1F-14E6-B012-03CF-DA6E675D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B477B-2A2B-4A1C-8294-17F125C74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2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E05F8-2290-021A-7B1A-605F8013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7C5F7-F6F8-8F5E-61BD-1B017F350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FD9EE-18EC-37CE-A3C2-FE4D3FA86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9C6E-5351-4D2A-8747-FAC97DB27B0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B6ACF-2E38-E244-13F5-6A668E037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93E0F-9AE6-6A0F-BFCF-1EAC60F3B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B477B-2A2B-4A1C-8294-17F125C74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5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3C47B2-A92F-23FB-DA9E-D7BDB5BA5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EF4E6-E24A-3723-A7EF-9317C7E03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18C39-2674-9E82-53CB-3C8C818B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9C6E-5351-4D2A-8747-FAC97DB27B0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DED8E-3A45-E9A8-E0FA-B745409E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20E5-0A8B-5DBD-6347-8755524D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B477B-2A2B-4A1C-8294-17F125C74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8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D2D5C8-30CE-90D7-FBE5-38919C361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06AA2-4EA1-AEA0-7EFD-04C4623E6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5E214-3B3B-C873-F5B9-CBF11CF5B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79C6E-5351-4D2A-8747-FAC97DB27B0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8BD61-444A-DABD-139C-A097D2F4C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49AD-EC89-220D-2AC6-E09D6748F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AB477B-2A2B-4A1C-8294-17F125C74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6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96C90E-CA93-6194-E790-C340FC4AE72B}"/>
              </a:ext>
            </a:extLst>
          </p:cNvPr>
          <p:cNvSpPr/>
          <p:nvPr/>
        </p:nvSpPr>
        <p:spPr>
          <a:xfrm>
            <a:off x="2743200" y="2057400"/>
            <a:ext cx="3657600" cy="2286000"/>
          </a:xfrm>
          <a:prstGeom prst="rect">
            <a:avLst/>
          </a:prstGeom>
          <a:gradFill flip="none" rotWithShape="1">
            <a:gsLst>
              <a:gs pos="0">
                <a:srgbClr val="2F80ED"/>
              </a:gs>
              <a:gs pos="100000">
                <a:srgbClr val="27AE60"/>
              </a:gs>
            </a:gsLst>
            <a:lin ang="5400000" scaled="1"/>
            <a:tileRect/>
          </a:gra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42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2026-05-15T18:36:55Z</dcterms:created>
  <dcterms:modified xsi:type="dcterms:W3CDTF">2026-05-15T18:36:56Z</dcterms:modified>
</cp:coreProperties>
</file>