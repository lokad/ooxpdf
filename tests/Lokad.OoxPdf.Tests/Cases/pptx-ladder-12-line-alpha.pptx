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BC56-7D28-811F-35F2-9D0BC42BA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047F9-CECF-5A3D-DAB2-F52D1B5AF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CCE4-16C2-E5A2-372E-377C580F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BF15-7264-D01F-A3F0-025F6DB1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4AEB-DDB6-AB08-1178-7A7C837B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8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FE19-401C-272F-6813-6DD21DDD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1B664-6A2B-E82D-0C3C-B94D4E29E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D97F8-6EE3-4C05-BD29-4B8248EC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9EEC-1DED-2210-53B5-0130BFDE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5F86-A3C2-EA24-C60C-2B9F3CC9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0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13B2-EE8A-26F5-EDFD-B9550980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E62BA-B877-80D5-172E-5672D331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F34C-A9F8-F3D6-33EC-500B497B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60A71-591E-DCDF-4DAF-FA6D8470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C3E2-AECB-9CF4-9213-7157F440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4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ED7A-7DE3-0339-5F98-350B1215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3F60-3303-6840-E288-2B6C9378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55075-3C58-3025-29CB-D728A24C3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850C3-E80F-8253-571C-577C767F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1AAB4-AFC4-CDD0-A21D-7D6E2486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74222-E500-49FE-A11D-06E3F29D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2924-1948-AA20-E2FF-2135EFD7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84CDB-BC68-8D1C-6D4A-5263BF2D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4FB44-2CC1-2BB9-F61C-6A0E90FF0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825-D91E-CDF2-4652-00947BC12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49077-3B61-1B1E-68E5-57DFC7552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7CD900-54AE-26D3-D7AE-BD809829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1877B8-1F7F-2753-F1DD-11791E81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7D9BF8-7DAE-1C72-AE4D-ACCF23F7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88E6-F840-C72F-D389-76AC84F4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B37D0-FE10-004D-9485-B9606B0A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AA1C2-E6BE-C1E6-B7F1-5236E324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3AC73-7D03-1AAF-0343-1EE7F78C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5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2F6CB-3C08-079F-A24D-23D63EE6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69F37-E8AB-ECF8-9094-3283CE5C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CD975-1AE0-1CB9-3D13-C6D0CBCD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3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D02E-2766-6009-D1E6-D4163222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4D85A-E463-8097-1F9B-2043137B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9F1B-E997-D9A0-2287-C5F10E7CC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6211C-26DE-7117-A6A2-09644525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C2697-5049-74C4-56F7-34B576BF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16C9C-6D4E-5D8B-CA1D-B29E8D18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7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E989-508E-6160-ED84-9A3FE32C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AD90E-774E-EC99-28C1-189F9050D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A731C-0E08-9499-8B87-EFABF0F30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BE20E-2F4C-8DA0-97F2-585CB6F7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C283F-BA54-2EC8-3A54-0F70C3F8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22CA9-0159-038D-57F6-E6770BAB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5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9504-5EE1-877B-55A9-5E716788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B81B1-890D-CC56-A84F-3D44E23A3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EB27-F50E-57F1-61A1-990B0C23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63EA-76BA-97CB-69F6-59303EC0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4D17-A8A0-B840-92F7-41CE9674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1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FBE98-576C-2033-3511-F83BDAADE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B33D0-F95A-DF26-A0F9-785314605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67424-F690-40FE-52A0-EB040B1A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42DAB-4265-D8BF-3A5B-B5D69019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21F2F-47A0-6661-31C3-D0C4D756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8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5866F-6168-33EA-11CA-24FE5071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439D-191D-D120-A1DB-20DAE25BD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5931C-0482-79F6-58B7-8F22EBF86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83D01-187D-4DEA-9E1B-7741CA34101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ADCCD-F35C-BFE7-8927-ACE8C5B09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33360-F51D-2C97-D1DF-52B5AA462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5AB71-5698-4940-B770-00AB00BD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8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F0C28-BB79-708C-7BD1-D27978EACEF0}"/>
              </a:ext>
            </a:extLst>
          </p:cNvPr>
          <p:cNvSpPr/>
          <p:nvPr/>
        </p:nvSpPr>
        <p:spPr>
          <a:xfrm>
            <a:off x="2667000" y="2286000"/>
            <a:ext cx="3810000" cy="2286000"/>
          </a:xfrm>
          <a:prstGeom prst="rect">
            <a:avLst/>
          </a:prstGeom>
          <a:solidFill>
            <a:srgbClr val="2F8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45F313-E8F6-CB8E-EA04-FC7536305719}"/>
              </a:ext>
            </a:extLst>
          </p:cNvPr>
          <p:cNvSpPr/>
          <p:nvPr/>
        </p:nvSpPr>
        <p:spPr>
          <a:xfrm>
            <a:off x="3429000" y="1905000"/>
            <a:ext cx="3810000" cy="2286000"/>
          </a:xfrm>
          <a:prstGeom prst="rect">
            <a:avLst/>
          </a:prstGeom>
          <a:noFill/>
          <a:ln w="228600" cap="flat" cmpd="sng" algn="ctr">
            <a:solidFill>
              <a:srgbClr val="EB5757">
                <a:alpha val="5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1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2026-05-15T17:00:38Z</dcterms:created>
  <dcterms:modified xsi:type="dcterms:W3CDTF">2026-05-15T17:00:38Z</dcterms:modified>
</cp:coreProperties>
</file>