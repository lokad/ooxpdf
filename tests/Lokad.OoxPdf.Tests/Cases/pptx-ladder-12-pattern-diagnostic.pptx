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E5A0-F7C8-AD05-EA00-B012E6F4B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37D0E-B097-6BD2-0389-D285E54B2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91B01-709D-A131-D1FA-5F764042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9A8D2-E4F9-63ED-E113-8C831651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D0BC2-FD4C-6770-2AE2-98B516C4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5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AB88-C2C8-763B-0282-762DB8D61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72F9E-6594-7BE6-A9F7-F7C37356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131BF-358B-3391-FF28-7EB0B8CB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40ADB-23AF-73F1-8418-44CAEA60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644D0-693A-48A9-78DC-0636BE05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7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9476-E8A3-8448-7211-6560AEDD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72D4A-C6A3-86E5-B830-B2394BD7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2C70D-5CA7-A16B-E331-02FD3882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F25-6D5C-CC1D-5092-F8DBFE2C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FC089-08C8-953A-E0B6-F19FA6DA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4760-BDA1-632E-8048-1E233D095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DF20-CE74-8E00-9AD0-42C278EFE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E8D8A-C8AB-A135-2468-FE7DEF36D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75B62-F289-AB67-BDFD-01057785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49027-CC11-59EE-A25D-EF10BB9C0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80DB6-2AC5-1BED-AFA0-BA884028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7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E83C-18B9-6EF4-EAE5-F68D8C78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09C15-D1A2-E94E-6D60-70A02630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751F2-B1C6-7669-69AD-74794E95B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F1485-1F9B-61B3-B00E-050A92545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905A8-5C58-9990-E892-43711EEBA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C8AB9-CF43-AB86-C1C9-591E2266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36AA4-8527-8244-2C9E-0F518400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65D90A-8FBE-A53D-AE7B-95A6432D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7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F542-1D75-E145-7B19-D1115073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B62AC-2FA7-4038-2CCF-C9AC17C3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B9557-2601-5F0A-CB6B-1C521206B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D796F-3369-32F3-4E81-77C09B86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6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4DD57-7A6E-2E87-267B-3BFB2184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67FB1-38A9-EFAE-EF09-79C22F0D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AA9D9-5CA8-C90A-759F-A711A8A8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0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17B4-EAA3-96B5-DDB4-10C4C35E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DB4E-86A8-0533-6856-8A5ABEC4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89B74-96BD-C306-8036-FE7ED0CA6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48E13-42E8-0A5F-AC75-5955A5B3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CE077-A4DC-F7B7-1176-AA6F75E3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D94D8-3192-01DE-FD97-E69E6BE2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4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07C9-AE41-6CE6-C054-D229773D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33259-7B46-F7DD-B56F-BCF5B1F05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01B12-5614-7B54-D5C9-4471F769D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55AF3-E6F2-0D35-395C-39DA34BB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DCCF1-1F5E-E5B1-A5E0-751C50C1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AE537-7521-D577-7D7E-DB32AA41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9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86A4-9480-EE13-8C68-4D9BAF8A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EEE91-D10C-EA50-B328-B15FD3BFB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28B70-6285-3565-1F2E-15302E8B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8281F-6F5C-EA0F-3497-C3FF8D66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1C1FE-37C0-673A-FF7E-E9D31FAD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7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3F7EF-0319-048C-7B30-1C47BCE5E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A9D60-C8D1-F1B6-7088-35C66601D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FE8FD-770C-E49C-6E47-B0F5B293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DC36D-047C-2697-66F7-DEDEB643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96910-36F4-70F9-8486-AC809EF9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84C9A-C20F-0D2B-1759-3CF9A1D8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8EB1-82F0-783F-3DA1-51767A468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0ED56-A6EC-E51B-F426-0BAE4FB6E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7FD91-2813-4425-94FE-CFC407CE072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7833-92A9-C3A6-29F8-787C2C7C4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6DA59-9C76-A27D-4134-EFE305777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AFD21-171B-4162-8C40-528340F83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2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1E59B8-349F-BE28-2413-B5FCD932E6F8}"/>
              </a:ext>
            </a:extLst>
          </p:cNvPr>
          <p:cNvSpPr/>
          <p:nvPr/>
        </p:nvSpPr>
        <p:spPr>
          <a:xfrm>
            <a:off x="2743200" y="2057400"/>
            <a:ext cx="3657600" cy="2286000"/>
          </a:xfrm>
          <a:prstGeom prst="rect">
            <a:avLst/>
          </a:prstGeom>
          <a:pattFill prst="pct30">
            <a:fgClr>
              <a:srgbClr val="2F80ED"/>
            </a:fgClr>
            <a:bgClr>
              <a:srgbClr val="DDE2E8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2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2026-05-15T18:36:56Z</dcterms:created>
  <dcterms:modified xsi:type="dcterms:W3CDTF">2026-05-15T18:36:56Z</dcterms:modified>
</cp:coreProperties>
</file>