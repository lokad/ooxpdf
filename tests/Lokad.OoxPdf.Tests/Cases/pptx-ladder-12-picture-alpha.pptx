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DA85-75E8-515C-567D-362BA9E2A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BCF2F-21D0-6636-1BE3-C83B92709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E1475-85AD-3947-F284-0B7AD390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59A0-208A-48CE-86C4-E9D20670D2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0AC65-2C92-D263-75D6-B5B37AB0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BE4DB-D621-19DE-BCFD-C9A29FC72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FB64-B252-4D5C-96C3-047D7915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1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EF30-8539-4757-C839-A60BAD5E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7476E-5AAF-144E-DF96-0AE6F71AE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8A6A-10F2-E49B-E2D5-2C734551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59A0-208A-48CE-86C4-E9D20670D2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AF111-C58E-BE56-1BCF-473BFE5E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D58ED-2B4D-4283-F8D6-D6C8D3E6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FB64-B252-4D5C-96C3-047D7915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17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B451F-C781-255E-9BED-AC6A8A19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8C081-5871-B9F2-C3F6-F24308035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A682C-0659-6CDA-D899-DC2063E84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59A0-208A-48CE-86C4-E9D20670D2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7712B-DCB2-2F48-D1F8-3D58D2B4C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6B52D-DCF3-BE98-16E7-EEE9D4B6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FB64-B252-4D5C-96C3-047D7915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75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D418C-F855-EA63-C4B6-3FE0A5A65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A296A-C4A8-6619-D278-E4133B457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A33C8-D96F-578B-1266-73382F3A3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E1D3D-1DA3-0C3D-8EF8-F951544B1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59A0-208A-48CE-86C4-E9D20670D2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CFF0F-44B9-1BCA-5D2D-98E79FFC5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6F447-FA38-4938-B4B2-D8CE09C7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FB64-B252-4D5C-96C3-047D7915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53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721B-6970-B245-77D5-3009DC05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67BCA-F957-845E-93F9-204445BD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DE29D-5E73-35C7-D195-565D65A44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1F528-492B-A538-D3B9-623FB115A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DBE665-9960-F939-56DF-23545D6A7E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ED3A3C-F7B3-48BD-55B1-08641512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59A0-208A-48CE-86C4-E9D20670D2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3519A2-9CC0-511E-85AA-482FCC4D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D121C2-EC49-74E7-1F7C-3B490A2B2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FB64-B252-4D5C-96C3-047D7915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98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E1D8-E509-2890-7675-DB013B380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B1BC5B-20CC-23C1-5899-E6C393B6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59A0-208A-48CE-86C4-E9D20670D2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F68DC3-C480-CCD9-D9FE-0EE22CA5D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98936-EE7E-B4BC-DC64-F3407232A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FB64-B252-4D5C-96C3-047D7915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04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9D7C34-5E56-3951-CC64-81898A99B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59A0-208A-48CE-86C4-E9D20670D2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43FDC-8C53-3C72-0F3C-4CF6547F6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95438-D49D-7CF6-19CE-4E71F85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FB64-B252-4D5C-96C3-047D7915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4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2A4F9-3C16-64FF-8AA3-FD69E9EBA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7414D-16E2-FE81-EBEE-7046EFE45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86C71-30B8-AEC8-B5EB-BC166B2AA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6FC5F-3908-42F8-654D-EB2733456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59A0-208A-48CE-86C4-E9D20670D2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F84A8-C07A-90BC-2FC9-05E05969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3E8EB-8281-8F7D-8D76-DFF15E19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FB64-B252-4D5C-96C3-047D7915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54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0EAE9-BFE4-8FA1-A7AE-0E93F0DB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07E472-8B2E-0291-C8A5-949BE6F7F9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8059A-3CD1-5D92-73CD-3568052C1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69488-CFA9-0A9C-3958-746D13709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59A0-208A-48CE-86C4-E9D20670D2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6C52E-90EA-0047-2EB1-DF26B1C77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AD670-9B8E-407E-E06D-2BB4429BB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FB64-B252-4D5C-96C3-047D7915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7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DE99F-7B02-9D82-F22F-34B1C3B33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7D4905-DB75-A604-5DFF-CF6A92B7E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1304E-3F00-817B-22CC-B3AB365BA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59A0-208A-48CE-86C4-E9D20670D2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0EDAC-9DD5-B1FE-21B4-5D658C0A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C9D99-4613-AE48-D025-D455E18C8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FB64-B252-4D5C-96C3-047D7915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55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E80BCC-D59B-722B-9BEE-7B925CD399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148F4-DA6E-5DDA-AD91-7B820D24E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33FEB-3C1A-7D8B-23FE-221E87EBB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59A0-208A-48CE-86C4-E9D20670D2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ACE71-5A0D-B7FC-F598-42CEEF5F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F6081-AA5A-4954-D7E6-D0E4B3A7C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FB64-B252-4D5C-96C3-047D7915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0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19D886-C966-5425-809F-5F7583C22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DEB6D-F9DF-9708-B29D-15C8045AA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4195E-D11E-23B7-288C-B16D3D9435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559A0-208A-48CE-86C4-E9D20670D2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28A42-9541-1098-0AF7-5015662E2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4C708-A593-7D71-FFF8-597E6AE99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DFB64-B252-4D5C-96C3-047D7915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8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F76FCD-FCD2-3BEB-A56B-E0BCAAEE53AE}"/>
              </a:ext>
            </a:extLst>
          </p:cNvPr>
          <p:cNvSpPr/>
          <p:nvPr/>
        </p:nvSpPr>
        <p:spPr>
          <a:xfrm>
            <a:off x="1676400" y="1676400"/>
            <a:ext cx="5791200" cy="3200400"/>
          </a:xfrm>
          <a:prstGeom prst="rect">
            <a:avLst/>
          </a:prstGeom>
          <a:solidFill>
            <a:srgbClr val="DDE2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68F99-DBE6-F0C3-674F-E8F5377503DA}"/>
              </a:ext>
            </a:extLst>
          </p:cNvPr>
          <p:cNvPicPr>
            <a:picLocks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286000"/>
            <a:ext cx="3048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78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2026-05-15T17:19:59Z</dcterms:created>
  <dcterms:modified xsi:type="dcterms:W3CDTF">2026-05-15T17:19:59Z</dcterms:modified>
</cp:coreProperties>
</file>