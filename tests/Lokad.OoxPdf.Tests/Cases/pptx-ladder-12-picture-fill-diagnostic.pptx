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2097-128E-89BE-5643-423560D691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E93130-B24E-06F7-2037-22601BB95E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49DBB-7C2C-B618-6C17-7A761570A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BD2EB-38BF-43D7-28CF-BCE76D118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EE099-7C86-0F02-F4D9-129176498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19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1813D-54B4-CFB7-9A6F-16AFB610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22407-D61F-B650-A4B1-E8CEF12D3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82B8B-007D-A0D7-17FA-8B39B3BCB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FF7E7-7E83-D494-AB49-48310C387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C34ED-17DF-0A32-CF49-7FC29E3E4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87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6E7BB-1D5B-9044-5967-252697C4D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E6C41-36FC-9423-CE3C-585E9FE24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6C1DB-7CE8-81FE-EB4F-C40AC38EC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D5EEB-5922-CCA7-8A1A-3F7AAC055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DC4DF-02C6-B402-5E65-A9AC791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471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30FA-038A-A4C0-4A33-D2C02D738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A5380-45D9-2F4C-711A-C645E3E021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F21AD7-B57F-4292-34AB-3C7CAD3916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A1FAB-E3B3-E594-8EED-B5C5EF311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32C84-B749-EE06-A59B-B559481AB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C6640-9E81-6043-96FC-6FAFED001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68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19D61-E29E-9AB5-D639-F211F9D6A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BA23B-63F8-42CC-B0F2-728DE1820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48452-9553-CF2E-8814-4A594F3F0B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2CC16E-9301-77B1-D2CB-7189F1E12E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DFC94D-4513-0DCA-32A4-DFB3D52B81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2E730E-7698-D99E-F104-4D701F24E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4E7A74-7554-6166-5515-87107A5DF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A2B8F3-5A1B-6C05-B3AA-8E48413A8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234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C364B-7FEA-882E-A5E0-871896FF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2EDCA-8749-27C4-7CCB-D8E3E25E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39361-805A-043A-CBAD-1AE30E210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2CF0CB-E6DC-FCC3-0A18-2349D160C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77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FAE79-F5A2-9F42-54BC-B9B9B0A9A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8B4EEF-F1DD-4DC5-BBC2-EF600C8F5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B3822-167A-7556-E9AF-BA263929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48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51D7A-F002-0C47-E748-06E3FC3DC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4026E-2174-E3C4-D996-C8E1E60A5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4B174C-5ECA-4269-6A2E-83E97C1812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9B6A0-778A-6437-34EF-B011739E5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F1D153-03AD-4FCA-AF77-213191E03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4D94C-25C7-44CB-610C-E72E535C3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54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8AF99-2109-F316-27E9-4ECF7292A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EBA457-F902-2CCD-C8DB-1581829A3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8DA2ED-7764-2391-48FA-04B26FCBF9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ACD5B7-AE80-950A-AA74-0E332F19C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2D1A1-0733-A3E9-C36B-669505383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99498-5FD7-18B8-C2EB-B562EB1E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57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52F4-2AFE-20D6-2867-329C32D06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AC0C18-AC8F-153D-0E65-24DF5E969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B0B2D-9E51-F248-DAF2-98B927790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2A7C0-0A29-0546-1B23-B482C80B3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4FC92-3931-9D24-A060-63EAF729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14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0408C4-96A4-51C1-8A19-8DBFC257E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EDF66F-62CD-682A-47EF-8CA7B00E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1FB60-FBA8-3EDC-5A6A-C43A6CC1B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6E5-D447-AC30-0971-30873CE9B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318BE-F39F-598B-53CE-E2F56C4DA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22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DD8DDE-88E1-FA84-09B6-66FE977ED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834CE-65ED-4D0F-A73D-23D12A17D9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24FBE-406B-ACD2-852A-7A49EE1BEA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8CEE7-E106-44F4-BA0D-7FD856044FA9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812062-08DD-DEDF-D047-72C5C7852C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5D100-B987-8A9D-AF0F-AE93BC09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76238-45DA-4189-B6CA-1B3359F0C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4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BC134C-89E6-F158-5508-26C3E688D6CC}"/>
              </a:ext>
            </a:extLst>
          </p:cNvPr>
          <p:cNvSpPr/>
          <p:nvPr/>
        </p:nvSpPr>
        <p:spPr>
          <a:xfrm>
            <a:off x="2743200" y="2057400"/>
            <a:ext cx="3657600" cy="2286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106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2026-05-15T18:36:56Z</dcterms:created>
  <dcterms:modified xsi:type="dcterms:W3CDTF">2026-05-15T18:36:56Z</dcterms:modified>
</cp:coreProperties>
</file>