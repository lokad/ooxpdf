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8A5-420B-3475-2048-F3362995B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32682-B6AF-2D47-C23A-861A6480E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5888-BD29-9E5A-12B5-80D4EA06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CA4-6B2C-76FE-DC8C-5CC3D2A3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01C38-9C22-FB73-446A-2E8A68CE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7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2182-79A3-8B84-A3F9-C83A3F22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52AF3-2639-847B-AA22-A9EA42E7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E1961-AFB6-1AF8-CD52-9EE19B53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D544D-5E10-1AE1-3CF7-EBB673A9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65AB-4146-DC1E-F9ED-FABA8C33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3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3FD1-CD54-AB46-2C00-E2C1D309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1082C-E474-6F3C-D0B0-5848D741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9D529-963A-FFCC-30D7-2387269F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E91A5-21E8-4BFE-A30A-B1D60849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D6D08-7A13-E164-23DD-31B3A350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1E4E-F8B7-1F70-1DF0-3B80E026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DBBB-1E30-3E5D-CD29-19D7F2BD8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71E0C-00EC-8730-871F-D7E682C4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B1833-08DA-355E-4EF1-3A5E1EF4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67597-D833-23C2-FA7A-7BD8C714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1E5C-D96A-E3DD-C332-1E2D72C9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2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6D48-A7EF-7E8B-2C26-BE842AC1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D9FA5-7113-2157-91DE-9435D99B4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B6AE5-63F0-7067-D455-6B5162160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3F294-EE11-25CC-0CE5-63E8E8509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B01B0-1058-A787-1C44-0115767DA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78F46-08C0-8750-1F31-A96730C3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ECD3C-1495-3C40-6D53-8308A42E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0AF7F-FA32-39D5-5727-002B71C2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3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7BB0-B63A-865C-A43E-0B1FB535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4B409-44C2-8343-3212-55A617C3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65DEC-241A-44CE-2092-47501BB9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125BF-BDE7-1120-21EC-6175BBA1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6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3FA14-A18F-21DA-2DB7-FBE27ECA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955E1-B5ED-E4B1-BCAE-5CE8EFDB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08E7-131F-667D-959D-8256837C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4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5C31-E45E-AE53-8F76-F84900BD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2C61-2B0C-234E-4CD7-6DCAA2C9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B0E6F-7CF9-2FF4-5FA5-BCF2A1DAE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27815-22BC-29B9-8A5A-2AD91CBB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F5B11-48FC-4BF5-CCD3-C04F26F0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80C04-16A8-5C37-F20C-30F4E9E4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1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9D35-B730-211F-A43C-0F93752D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5853C-33D3-4D24-95E5-4A6D0AB4D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D5CA6-4AE1-ABDC-5BAB-7E1B31679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0D0E7-6D57-D34E-5D9C-8BCEDFE5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DB33B-62E7-F6EB-1A8E-306B2ECE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9DA40-7213-FCE3-8639-E4854E41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2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9986-3AE5-2116-1E9B-704C8F6C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AF381-A4B5-9C93-DC80-CB86E4AFA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1C4EF-4838-DC5D-96D4-97819550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8A03B-9BFB-D621-2EF7-4A7CE4C6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B33D3-7911-B7DD-6C98-1E1396AE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8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71105-802C-78BB-FCCF-5DC206F84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EC886-35A9-45DA-CC02-23F455338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15CAF-195B-7117-1FB5-77BE5615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524EF-BF7D-672B-4DCE-DAB7151C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C308-3896-AB22-D9E1-670FEE96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0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21C6D-4013-DE1A-99BF-0715BBE4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F0882-897D-2C48-D9C0-ED99174E6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47E55-03C7-1A5A-EB4B-1D127F948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0EA5F-F5AC-4C74-89EF-6C6D6C884FA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B84B-E1D6-566D-F536-947F7EF69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0523-99CA-ECB4-2727-9B295F6C3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50F60-D1CA-4FC9-9791-AF0BFD194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7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rt 1">
            <a:extLst>
              <a:ext uri="{FF2B5EF4-FFF2-40B4-BE49-F238E27FC236}">
                <a16:creationId xmlns:a16="http://schemas.microsoft.com/office/drawing/2014/main" id="{F962C1E4-1AA5-1B6B-D29C-014734C420C3}"/>
              </a:ext>
            </a:extLst>
          </p:cNvPr>
          <p:cNvSpPr/>
          <p:nvPr/>
        </p:nvSpPr>
        <p:spPr>
          <a:xfrm>
            <a:off x="3810000" y="2286000"/>
            <a:ext cx="2286000" cy="2032000"/>
          </a:xfrm>
          <a:prstGeom prst="heart">
            <a:avLst/>
          </a:prstGeom>
          <a:blipFill>
            <a:blip r:embed="rId2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3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2026-05-16T08:36:15Z</dcterms:created>
  <dcterms:modified xsi:type="dcterms:W3CDTF">2026-05-16T08:36:15Z</dcterms:modified>
</cp:coreProperties>
</file>