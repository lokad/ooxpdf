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7D8D-AA5E-7230-6BA5-D6B6A908F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6F1DE-2C46-9EA4-C1CE-3F8F3427B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2093C-16EA-D73B-361B-BD789261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9F2EC-FEAE-A766-91ED-E4075C7E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6B85-1D6B-0584-7754-BAB14818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23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569D-7898-0ADE-B3D0-64D419B3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AAD09-DCCB-6FBC-C0F8-E829F7AE5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4FDB2-7480-E710-5ACD-69A7FBC94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2419C-D4EE-0658-98D4-45BF712F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F59C3-C8D3-5FF8-6ECD-A6CB1495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44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04D6-664C-B586-919C-A64F8619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DA0EB-2D94-563E-58E1-2263EDB63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6B9B2-CAD5-4DE1-D94D-C19BB9D1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7BF56-F950-96CB-0B5F-8687B33B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87E9B-0667-8C4A-65CC-21639861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9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BFA4-255C-FC63-0803-796E3380D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60FB3-63A4-74AA-1116-27ABBB6C2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57409-18A2-4A83-BD23-EB31BAA88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AF2AB-9611-B838-BA4F-EFF5A62E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202E1-E591-2C03-A84C-A90BF6D6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43969-2602-C55E-F896-C309078E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0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48CE-241A-4E2E-379B-EA5A38D0D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DA71-F021-A6ED-7769-5C9774F99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19C73-079D-8D7A-3B39-45CBB8284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21B15-E21A-EAC7-CB63-50B364FE7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E9E91-09B4-E229-3A14-D654821B1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AF104-6A66-48E0-B8EA-9AD89679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AAF2D-37BA-4FEA-BA2F-99ED5948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FBA463-B16A-35A4-6563-17058E06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3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5FDA-57A0-6A91-3A8F-3E1F1FC6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84B49-5D08-5D96-E335-BE70D29E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7F60E-D2F3-04C4-B110-E3677190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97A1E-57A3-6847-4ED7-7413B00A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5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7B573-9EB6-30A5-70C7-B7E22FC5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0086E-B0C2-3DB4-A9C1-6C6086A3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C2789-A4B2-22D7-A516-D966644C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31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A997-BE08-B21C-413F-7A06B8900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6D761-C9D4-2DDF-0A75-192530AF3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2EE88-EE9D-9D49-5B58-7023B0AE1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AAE08-DEBF-A698-F921-523E4E46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12E26-96D5-839E-9732-F1D53254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AFE8C-F4BD-6194-F3A0-FA24C5A6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6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6F74-9801-42E4-C146-D57A8CB6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A8A85-B816-69AB-8945-F524EEE48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6CE24-8634-37A1-1F2C-3FD3D57B2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7D30C-AE87-6859-A74C-A2505A07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D944C-FE90-5E9F-078B-931D2C39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018F8-25AA-BB8F-AF2C-DB24E2B9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2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0C1D-2CC8-B829-DD61-ADD11C75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875BF-0957-24D0-060D-C81A4CC62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D7600-6187-7CFD-088D-C92B38ED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D7B0-7C0D-E218-5753-12A8B702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083D4-5434-C40E-4734-6727EDF0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3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4933B-3783-A1BD-5907-1A9E25791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1C960-8562-17E9-8591-D9D412A53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D21E6-2415-88AC-D1CC-99DC5267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B3B31-5A45-8582-667B-421BBDF5F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C4D87-CD50-E2D6-212F-1973E474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5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CC27A-2157-45EB-A344-2783D50A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686B0-14EF-3E7A-A549-222184701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0814-F069-748E-1D6A-878C86759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2B3AF-A816-4450-AACE-EEA7F3C55E0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DDAF5-3AC9-826F-6ECC-6D2231A8F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C80F7-CE7D-5DB7-EE75-691EB59AF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A512E-CBF4-483F-820A-E5CF4E7AD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8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E0EEA5-B89A-B37D-0E5F-9CA30A09FCF5}"/>
              </a:ext>
            </a:extLst>
          </p:cNvPr>
          <p:cNvSpPr/>
          <p:nvPr/>
        </p:nvSpPr>
        <p:spPr>
          <a:xfrm>
            <a:off x="3200400" y="2209800"/>
            <a:ext cx="2743200" cy="1828800"/>
          </a:xfrm>
          <a:prstGeom prst="rect">
            <a:avLst/>
          </a:prstGeom>
          <a:solidFill>
            <a:srgbClr val="2F80ED"/>
          </a:solidFill>
          <a:ln w="19050" cap="flat" cmpd="sng" algn="ctr">
            <a:noFill/>
            <a:prstDash val="solid"/>
            <a:miter lim="800000"/>
          </a:ln>
          <a:effectLst>
            <a:outerShdw blurRad="63500" dist="143684" dir="2699996" rotWithShape="0">
              <a:srgbClr val="000000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67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2026-05-15T17:27:52Z</dcterms:created>
  <dcterms:modified xsi:type="dcterms:W3CDTF">2026-05-15T17:27:53Z</dcterms:modified>
</cp:coreProperties>
</file>