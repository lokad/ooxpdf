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7E55-8E9F-4D46-1E01-19275D2AD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4539F-68ED-16E7-F050-AC9B8E595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0CC17-17FB-283D-EB86-148FA373C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2E213-7D27-A096-BEFD-C9F8BB04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A9981-5048-C6F6-8176-D1F6F6EE7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5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82BC-3BE1-ECBB-35BE-36001549F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80600-DE29-F048-FFAB-0829D6629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74889-1332-25F8-8B2C-F34D54354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74F9D-018C-3DC6-C431-3603E87B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8FA1A-F9D9-37C8-8BF1-705F6AC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2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0647-E295-892C-48AD-AADA4D86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9CDE0-8372-3804-756E-124D05E17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3C2FF-79A7-EA05-D442-2B17A6AD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DF24B-F32B-21F6-FD2D-C18FE4654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563F4-907C-EFE2-B94B-1561251F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878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E206-244B-21B9-5EF3-6DC9B4C87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614ED-FB1D-8359-30C5-1740A6162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49217-D25E-EF77-2415-A66188716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90BE8-8D8C-EE74-2BF9-F386B7B7B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96AD5-C423-0CB2-437E-5947BB11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9268A-688B-88E3-9951-8E7C31AB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9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9EB3-EED1-7EFE-6661-21E6DB19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4C651-B033-BE49-C011-5E15AF767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A3789-8BEC-B60A-8DA2-D8B5353A8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758BF-DD36-A136-6453-00E8FB263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5F8624-6E20-701F-A57D-3491430A0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9355D-ADF2-80F0-9DCC-7D2D9A14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F465E-F7C2-5457-DC42-F5572947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F0ED67-8B2F-139D-5706-EE7566F17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0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4F14-16F8-A356-BBA3-CA0DED2FC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60B86-66A2-D484-3322-18B5F5F59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F5D0F7-695E-405D-F221-AFAFE233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8E1C1-614F-82B0-3824-A5B40E4A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25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B55926-4757-4E6B-EDF5-C0BC009D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8A229-5A79-204E-E101-077C9172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0EB3F-90AA-7BD4-4C75-4137C901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3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547B-1CB5-F90E-A028-2AFB9D5AE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82932-77D4-94A7-0731-81FD567F6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8B3B1-4161-A03C-C79F-5A7338BA2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BB1DF-9BBA-AC66-4770-B1498791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28DDD-E999-82BD-5E1D-4314F617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9BDD1-7F11-07EC-7A96-6FF5AB53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2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47B7-8DB9-8932-AE11-2091362A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CBCC16-1480-D01F-604B-AD85E7750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44927-30FD-E5D2-44B1-0DA15E4BC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AAED4-D58F-0378-6588-FC7225E75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B9037-4DF2-B0E3-58A0-3F4B6B1A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D5FD7-BA79-3CC4-0009-1D933E7D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7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A5D09-D7CE-EC14-B206-5D4ED3BC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23086-2926-0158-C4BD-34FCE2E4B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77AA4-9D90-5272-8A50-14628647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06B16-99DD-2CDD-87B1-593B10B7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A4867-87B4-1AD7-3493-A319A7FC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2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F4295D-08F5-16EB-E155-48DC22928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1836A-92CD-4D0E-E224-9C86604B3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67366-230E-96D7-7D79-D7016BC5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F298B-B927-A25D-C8E6-A4E1CDF6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F808C-9A9C-CBBB-D6DC-FEFA2639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33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895F0C-A5FE-5A9C-2CA2-2C686A046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7DE23-899A-40FF-DDD9-244167E20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8B24C-E345-87C9-4D07-6065D5429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7E924-AB99-4D14-AB57-8A50CC392CB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1AF91-62CB-1CA1-31B3-274474818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07495-A151-AFCF-A41A-1D68D7F77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69CA7-F287-4C09-9AFB-C3713854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1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C21625-58DE-1482-015C-ABBB99DF35A0}"/>
              </a:ext>
            </a:extLst>
          </p:cNvPr>
          <p:cNvSpPr/>
          <p:nvPr/>
        </p:nvSpPr>
        <p:spPr>
          <a:xfrm>
            <a:off x="2286000" y="1905000"/>
            <a:ext cx="3048000" cy="2286000"/>
          </a:xfrm>
          <a:prstGeom prst="rect">
            <a:avLst/>
          </a:prstGeom>
          <a:solidFill>
            <a:srgbClr val="2F8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1A1640-1AF0-91B3-26C9-AB67B980207B}"/>
              </a:ext>
            </a:extLst>
          </p:cNvPr>
          <p:cNvSpPr/>
          <p:nvPr/>
        </p:nvSpPr>
        <p:spPr>
          <a:xfrm>
            <a:off x="3810000" y="2667000"/>
            <a:ext cx="3048000" cy="2286000"/>
          </a:xfrm>
          <a:prstGeom prst="rect">
            <a:avLst/>
          </a:prstGeom>
          <a:solidFill>
            <a:srgbClr val="EB5757">
              <a:alpha val="5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3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2026-05-15T16:53:58Z</dcterms:created>
  <dcterms:modified xsi:type="dcterms:W3CDTF">2026-05-15T16:53:58Z</dcterms:modified>
</cp:coreProperties>
</file>