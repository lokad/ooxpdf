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EFA5-FCF3-DB2F-397A-5E5C41EA0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8DE34-93AB-8391-37F9-A90CD29BA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44397-275A-BD37-C034-7878DB91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98F88-C69D-892C-278C-55CD71C8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3751E-AAB8-3F1E-3593-94B82B93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3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1BC1-B217-607C-68A8-35BB2ED4E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439-AC03-00B6-204D-8FB111F6B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B5847-220E-667B-7ED1-8BA066955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0816-D23B-E0AA-C4FC-F9129EF5F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D00C9-333F-F0C3-BDEE-8261585F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11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71F8D-AD88-44D8-14DB-3F700113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29CE6-F61B-5B99-7E00-01EB3EA1C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A90E-625D-58E1-EC29-F8BFF02F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95E73-E737-292E-1AC3-B2386DC3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A582D-A2FB-DC9D-7376-FA5B7B2C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6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AD4B-9BFB-66C8-ABB6-4E8D8AB6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EF7D2-2029-61A0-EDED-E4FFA2C75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036EB-F1A7-2E28-7A1B-2E485BF31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EFF78-449E-9579-7F18-CA8B35653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F9F6E-1934-A3A4-7742-02BB70A3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00F1C-C375-4835-2860-7FA1AFAF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1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267E-A994-CF04-8979-F1FBF6FC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884D8-DAD9-9C23-4E98-E00EAE0A0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C19FAF-34EE-BEC7-8043-29F03823D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33BAB-0FD0-D37E-49EA-6FC802CDBB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D4F8D-0B51-BBCE-9391-1E31D91C69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AB9A3-F1B6-158B-ACBB-90163E2F5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31C2F-CBE3-F16B-6511-6EC8107D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33BDF-D1F7-EB29-D1EC-3314ECB4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5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72A40-952C-9ED2-556E-39BB268F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F18226-13EC-29A7-3E24-90603777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CBA45-5E10-5609-BCAA-A1F168C0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FBC67-FCAE-4F26-BC4D-AF25B9950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94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A16325-0BC2-0D1F-B624-C931C0E3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BE4BD3-044D-7BDE-51F8-E58055FA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4DA51-841E-85C7-CAA3-316832F6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1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E7CC-7A23-9468-7708-73326C28C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E052A-4CE6-FA6D-BF99-3F24644D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980B1-6F93-0774-5679-8AAAA5284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53920-841B-5215-D299-9DA90465F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DA44A-A834-12DB-DC27-D07D42D5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7A6EE-00D9-5DD2-7926-B29F74AC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4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939AD-CFE8-A7EB-03B7-6414A445B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A00C0-AD9D-B0C4-F1D8-BE31C27CA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720B2-5489-068A-760D-929857DBD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2DC09-A88D-2CC9-6557-EBBBEF8F7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1284A-9A9C-0F19-D2FD-0311578F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9EE69-BE2B-BE29-FF30-C4281ADD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A91D-4866-9B8E-00F0-016E2924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AD8EA-D7BD-828A-F060-4B7C0C65E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1A0-DD71-6659-DA90-3DA06039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489F4-90D1-C913-CDB0-C9D5164C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32CE0-8B09-80DA-B9DE-8F860CFC5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47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E27AF-02E1-AE39-E7E1-8DBDC0C4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0C43E-9511-FCD0-C4D6-C64913E7E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A3FDD-2169-EC05-BA77-6EFA79C9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E80FA-0E2F-755B-9F47-C39F29D2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A72A-460C-51F6-0628-52CF0F62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60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1E6B9E-01F6-B2D4-D852-873F81088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157E-48DE-940C-B880-9B2C931DA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4140E-9918-D34C-ADAB-2FF17B5C59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4448D-7D17-4D40-B848-38939CDC72AA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8537F-90DE-534C-E4E1-FC0AEDBFF5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462C3-9AAE-E8E0-0D1C-E7AF25F05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369EFD-B2D5-4374-B3C2-B9A5FE31E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6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01F849-0A85-61B6-50E3-1F968450C5F6}"/>
              </a:ext>
            </a:extLst>
          </p:cNvPr>
          <p:cNvSpPr/>
          <p:nvPr/>
        </p:nvSpPr>
        <p:spPr>
          <a:xfrm>
            <a:off x="1600200" y="2133600"/>
            <a:ext cx="5943600" cy="1981200"/>
          </a:xfrm>
          <a:prstGeom prst="rect">
            <a:avLst/>
          </a:prstGeom>
          <a:solidFill>
            <a:srgbClr val="DDE2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AF93C-3FDC-8E58-AD26-881F4B9ABE6E}"/>
              </a:ext>
            </a:extLst>
          </p:cNvPr>
          <p:cNvSpPr txBox="1"/>
          <p:nvPr/>
        </p:nvSpPr>
        <p:spPr>
          <a:xfrm>
            <a:off x="2133600" y="2667000"/>
            <a:ext cx="48768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4800" b="1">
                <a:solidFill>
                  <a:srgbClr val="EB5757">
                    <a:alpha val="50000"/>
                  </a:srgbClr>
                </a:solidFill>
                <a:latin typeface="Arial" panose="020B0604020202020204" pitchFamily="34" charset="0"/>
              </a:rPr>
              <a:t>Alpha Text</a:t>
            </a:r>
          </a:p>
        </p:txBody>
      </p:sp>
    </p:spTree>
    <p:extLst>
      <p:ext uri="{BB962C8B-B14F-4D97-AF65-F5344CB8AC3E}">
        <p14:creationId xmlns:p14="http://schemas.microsoft.com/office/powerpoint/2010/main" val="394653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2026-05-15T17:24:31Z</dcterms:created>
  <dcterms:modified xsi:type="dcterms:W3CDTF">2026-05-15T17:24:31Z</dcterms:modified>
</cp:coreProperties>
</file>