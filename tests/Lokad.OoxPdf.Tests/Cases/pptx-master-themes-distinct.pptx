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.xml" ContentType="application/vnd.openxmlformats-officedocument.presentationml.slide+xml"/>
  <ns0:Override PartName="/ppt/slideMasters/slideMaster2.xml" ContentType="application/vnd.openxmlformats-officedocument.presentationml.slideMaster+xml"/>
  <ns0:Override PartName="/ppt/theme/theme2.xml" ContentType="application/vnd.openxmlformats-officedocument.them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1"/>
    <p:sldMasterId id="2147483649" r:id="master2"/>
  </p:sldMasterIdLst>
  <p:sldIdLst>
    <p:sldId id="256" r:id="slide1"/>
    <p:sldId id="257" r:id="slide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master1" Type="http://schemas.openxmlformats.org/officeDocument/2006/relationships/slideMaster" Target="slideMasters/slideMaster1.xml" /><ns0:Relationship Id="master2" Type="http://schemas.openxmlformats.org/officeDocument/2006/relationships/slideMaster" Target="slideMasters/slideMaster2.xml" /><ns0:Relationship Id="slide1" Type="http://schemas.openxmlformats.org/officeDocument/2006/relationships/slide" Target="slides/slide1.xml" /><ns0:Relationship Id="slide2" Type="http://schemas.openxmlformats.org/officeDocument/2006/relationships/slide" Target="slides/slide2.xml" /></ns0:Relationships>
</file>

<file path=ppt/slideLayouts/_rels/slideLayout1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2.xml" /></ns0: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ns0:Relationship Id="theme" Type="http://schemas.openxmlformats.org/officeDocument/2006/relationships/theme" Target="../theme/theme1.xml" /></ns0:Relationships>
</file>

<file path=ppt/slideMasters/_rels/slideMaster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ns0:Relationship Id="theme" Type="http://schemas.openxmlformats.org/officeDocument/2006/relationships/theme" Target="../theme/theme2.xml" /></ns0:Relationships>
</file>

<file path=ppt/slideMasters/slideMaster1.xml><?xml version="1.0" encoding="utf-8"?>
<p:sldMaster xmlns:a="http://schemas.openxmlformats.org/drawingml/2006/main" xmlns:ns2="http://schemas.microsoft.com/office/drawing/2014/main" xmlns:ns3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ns2:creationId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ns2:creationId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ns2:creationId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ns2:creationId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ns2:creationId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3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ns2="http://schemas.microsoft.com/office/drawing/2014/main" xmlns:ns3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ns2:creationId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ns2:creationId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ns2:creationId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ns2:creationId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ns2:creationId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3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/ns0:Relationships>
</file>

<file path=ppt/slides/slide1.xml><?xml version="1.0" encoding="utf-8"?>
<p:sld xmlns:p="http://schemas.openxmlformats.org/presentationml/2006/main" xmlns:a="http://schemas.openxmlformats.org/drawingml/2006/main" showMasterSp="0">
  <p:cSld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a:xfrm>
            <a:off x="762000" y="635000"/>
            <a:ext cx="7620000" cy="762000"/>
          </a:xfrm>
          <a:prstGeom prst="rect"/>
          <a:noFill/>
          <a:ln>
            <a:noFill/>
          </a:ln>
        </p:spPr>
        <p:txBody>
          <a:bodyPr/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Public master-theme control 1</a:t>
            </a:r>
          </a:p>
        </p:txBody>
      </p:sp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showMasterSp="0">
  <p:cSld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a:xfrm>
            <a:off x="762000" y="635000"/>
            <a:ext cx="7620000" cy="762000"/>
          </a:xfrm>
          <a:prstGeom prst="rect"/>
          <a:noFill/>
          <a:ln>
            <a:noFill/>
          </a:ln>
        </p:spPr>
        <p:txBody>
          <a:bodyPr/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Public master-theme control 2</a:t>
            </a:r>
          </a:p>
        </p:txBody>
      </p:sp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000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00F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