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F4D8-35F2-5D39-3D0B-F4E52B186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CAB57-EF8C-D4C0-879D-D16DDA383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04A16-218F-CEB0-EC0F-5D7AE417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10590-57B2-607D-8169-E7314E06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9B222-C0D2-2234-F21E-F449A1A2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7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0187-1902-0C8C-1FBE-500E5C4A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EAFEB-9ADA-7FF9-1D53-C3CA0B7B5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6FE72-8D03-A26F-D45F-879AF68F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2CFE-40DE-E37A-DA89-F18AB45D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C332-AD13-AF9D-FC36-228F4798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7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6D60D-FEA5-7B2B-4FD5-93B0791E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7C4AC-C0CD-FA75-F1F9-766260CDD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9D17A-493F-60CA-F413-B723044D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528AB-66BF-057B-70DE-058A6CCF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D233F-DA16-2119-F51C-6F3122D6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6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6730B-DDD5-37F3-23E1-46AFAFC7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2133-8E5A-44F2-84DB-494E51BA3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06F0-9578-9519-8012-5B19B8F23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2139D-9687-CCC5-AF61-C6E0DA01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8EFB5-F425-4101-AF7C-9B4D3A0A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F4C4B-DD64-9431-A660-9096C458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5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64C6-9C25-284D-72F0-996B38A51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FD91-6B22-81BC-AD57-C84A00BC7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E5B38-8057-57CE-29A6-9D943A26D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42535-C1BF-62FE-9095-570CF4A34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ACD02-91AB-117B-A24F-5587D7876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09A82-CC36-6508-5685-D1748584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561C6-F764-E041-032A-14EDE7AC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C3888-4375-F479-C6F3-672C9F5F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C86F-EF2C-AD0F-3F0F-BE213EBE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948FB-497C-316D-968B-648AB30E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FC13C-298D-540A-A3E3-96146F05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16585-9064-9A67-9EA7-700F0305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0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C2F22-C8DD-AA5C-3635-F23EDBCB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7D5B4-94CF-D93F-0311-7E91A430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97EF6-C131-7214-9C59-32BA87D6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AD2F8-FA2F-CF0E-208F-B2F7EDF3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602D-BB37-71E2-5376-A2245197E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E85E8-613F-CC0A-270B-AE35C31BD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A8E5F-E8DC-5A50-0567-DD49EF69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15664-F8E5-768F-8759-219DEB66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FA92E-7F53-3B76-C988-E19BAE56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EB38-6AD7-5D0F-6E1A-8610B78A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0A614-572E-2F78-CAC4-68630FCB9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1AB45-D3E4-9E05-C829-786C4301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C649A-D347-3CB8-53B7-30A730F6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A25FE-0E3B-A90C-586B-9FC1F0A9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734BC-CC19-2FAF-9CFD-61E9DEC9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3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5338-37C3-F5F5-1967-C3BFFC8D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BBFC5-0021-F554-9C61-217F42B33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BC7D-01D8-2221-BE08-855AF3CD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B73F1-7E75-0F24-3C39-ED82171A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5FA29-B6E0-6C2C-91AD-83F1E832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8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74019-7A9C-C50C-3150-B0451E358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4DD2E-D1F9-AC0B-5EDD-178F34BEB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50EBB-EE19-75C0-651E-124FF205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C3500-FC5F-3FD1-7040-B5176D31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0CA48-019D-C79D-13A9-9B14E93E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1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9DDAC-E74B-1C7E-43FA-4D755AE7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70A0F-E3EC-9DE0-004F-067AD29F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FA909-17B2-A7ED-0128-A8E13BC8D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1436A-1E1C-4383-9E61-1EE8881AACA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8B168-E48A-8F80-BC3C-4773FE96B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B965-EDBB-2388-B717-BF836A4A1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6D3FB-4AB5-428B-AF3F-D4DE3466D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7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D0B0C1-C348-7CDD-9DFA-997087612BF6}"/>
              </a:ext>
            </a:extLst>
          </p:cNvPr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2F80ED"/>
          </a:solidFill>
          <a:ln w="25400">
            <a:solidFill>
              <a:srgbClr val="1B4F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FF9CA1-620D-77B8-89CA-EBD83F31D205}"/>
              </a:ext>
            </a:extLst>
          </p:cNvPr>
          <p:cNvSpPr/>
          <p:nvPr/>
        </p:nvSpPr>
        <p:spPr>
          <a:xfrm rot="900000">
            <a:off x="4572000" y="1371600"/>
            <a:ext cx="1828800" cy="13716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145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4344F3-D285-7452-E214-4A482F164867}"/>
              </a:ext>
            </a:extLst>
          </p:cNvPr>
          <p:cNvCxnSpPr/>
          <p:nvPr/>
        </p:nvCxnSpPr>
        <p:spPr>
          <a:xfrm>
            <a:off x="914400" y="4114800"/>
            <a:ext cx="5486400" cy="914400"/>
          </a:xfrm>
          <a:prstGeom prst="line">
            <a:avLst/>
          </a:prstGeom>
          <a:ln w="38100">
            <a:solidFill>
              <a:srgbClr val="EB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9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2026-05-14T11:26:12Z</dcterms:created>
  <dcterms:modified xsi:type="dcterms:W3CDTF">2026-05-14T11:26:12Z</dcterms:modified>
</cp:coreProperties>
</file>