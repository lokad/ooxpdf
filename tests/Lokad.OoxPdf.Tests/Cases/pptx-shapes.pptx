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55783-9733-6D15-87F3-DE2E956D4B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8D22D2-6948-9180-48BF-D300BF940F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528541-929E-29B8-8E8F-B5A70ABA9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EC354-D508-484A-8B66-80171810EB5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C0A707-7961-8292-B920-D0F2D77F5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E38E05-E0D6-2526-0485-CA3A050E8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5DC8E-D136-45D7-A9C1-2A7416A8F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213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2C9B1-2A18-0F50-D57C-AD7D344EE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C1E780-3AE5-6E3C-8DD6-9C3417884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B7B163-903B-472F-1E5B-67B2549C9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EC354-D508-484A-8B66-80171810EB5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F7ED2E-26FE-E8E1-F9E1-C238407C2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303D89-EA5E-0A8E-5C23-2FBD586C6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5DC8E-D136-45D7-A9C1-2A7416A8F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058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6836A-90FB-4CF8-A1BB-2B5CCDE06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331C5E-8901-BEB9-8E90-DFD598584E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2EF1D8-800A-6F19-AEF6-0472C2555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EC354-D508-484A-8B66-80171810EB5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B6002-6E64-81A9-3363-FDF972CB57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74C19B-D852-055C-3AEC-6213F3D5E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5DC8E-D136-45D7-A9C1-2A7416A8F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61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E52C3-7FA3-18BF-891A-9CEAAADBB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549A37-4C01-14AA-BB72-8C513E5EE3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0A10B5-5ADB-5C54-5EBC-20A6F65975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2410F1-CD8D-A771-00EC-45ABA9D92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EC354-D508-484A-8B66-80171810EB5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B1CA09-1FB5-09C4-122D-AB52D314A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290F36-948D-BDF7-056A-0C7B17E6F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5DC8E-D136-45D7-A9C1-2A7416A8F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155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96AC0-B2CC-D2CC-B0B1-78DFE8490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4F1F6-F3AE-060D-7B73-ECCEAAF21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BD7113-3CF3-5471-8AEB-AC8E70EF5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4254BE-8216-EC69-7F29-FD8D9A4552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E673E3-3604-9745-0CA3-070EDFAB09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6CDC86-CE23-9F40-C9C1-9D13BB51F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EC354-D508-484A-8B66-80171810EB5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5FA40D-C6B2-AB6D-3563-1F1F06B00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6704FB0-5FFC-ACE1-74F2-D81127F73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5DC8E-D136-45D7-A9C1-2A7416A8F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4154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7546E-3043-A6EB-ACE5-0C06C26D6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212220-5290-CBB1-AFA9-34CFA5F0D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EC354-D508-484A-8B66-80171810EB5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6ACAD1-C8CC-57BC-5892-E5B89C014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137E56-86F5-8750-EA76-90048E0F1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5DC8E-D136-45D7-A9C1-2A7416A8F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515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1E7A77-C4D1-077F-EA25-7E9E32725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EC354-D508-484A-8B66-80171810EB5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3979E9-E2D9-92EE-A10F-DCCB11553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8B8FEE-D540-6D49-BD50-3C5219865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5DC8E-D136-45D7-A9C1-2A7416A8F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502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80D09-7A88-DB6C-576A-ABE9AA23C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2418A-F90F-A984-2A4B-ECCC86F9FD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51E745-1CF7-1C17-72B6-CF7FC75D43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475765-B778-4495-8D23-F4593F6FF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EC354-D508-484A-8B66-80171810EB5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F34490-5EBB-E639-F289-32CBBC783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DE79AA-5096-81D0-E7A4-5C2122BBA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5DC8E-D136-45D7-A9C1-2A7416A8F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776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EEF37-A3B0-9299-000D-8E9E40290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679B65-A680-8A80-D661-095B4DE16C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D5D8F6-44E9-034A-AD81-A860EA387F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38E07D-D403-F6C6-24C2-A6792CCFAD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EC354-D508-484A-8B66-80171810EB5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AB05F1-BCD5-99BE-1A88-4FCF2DC7A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8B7A21-3CD9-837A-DE90-9B35A60C1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5DC8E-D136-45D7-A9C1-2A7416A8F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129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9887E-FB9D-F313-1968-297347924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50485A-6A41-9160-9200-C2FAAD5F1E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A34F83-FE5D-CDBD-3B70-635070DD8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EC354-D508-484A-8B66-80171810EB5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0BD521-0072-F923-5532-063FA379F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FD004A-8EB7-41A0-378C-2B91A7B16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5DC8E-D136-45D7-A9C1-2A7416A8F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9402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864460-0E6E-5C3D-524C-6B3539E0F8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43F904-8107-06E5-5B7A-528ADB63D7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4E10F8-0A6E-71C3-0C72-B6898FB78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EC354-D508-484A-8B66-80171810EB5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BA3A69-8490-3107-CE12-1514D85AD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E9BD07-7F25-FF53-71AA-6AFA06EAB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5DC8E-D136-45D7-A9C1-2A7416A8F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460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485BFC-CEA3-FA7A-62C5-2F0F08793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2C1716-2E20-661D-03DC-9E074102F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CD383E-33BE-2946-D336-ADD2B0B661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4EC354-D508-484A-8B66-80171810EB5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D17E01-EF06-82F4-37B0-40351E1337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3A618C-D065-91A5-785D-15442894D1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E5DC8E-D136-45D7-A9C1-2A7416A8F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3748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E55173-584E-A750-1F18-6FB756CD43EB}"/>
              </a:ext>
            </a:extLst>
          </p:cNvPr>
          <p:cNvSpPr/>
          <p:nvPr/>
        </p:nvSpPr>
        <p:spPr>
          <a:xfrm>
            <a:off x="914400" y="914400"/>
            <a:ext cx="2743200" cy="1371600"/>
          </a:xfrm>
          <a:prstGeom prst="rect">
            <a:avLst/>
          </a:prstGeom>
          <a:solidFill>
            <a:srgbClr val="2F80ED"/>
          </a:solidFill>
          <a:ln w="25400">
            <a:solidFill>
              <a:srgbClr val="1B4F9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01BB6F2-A959-8C94-28A9-A299B34C5885}"/>
              </a:ext>
            </a:extLst>
          </p:cNvPr>
          <p:cNvSpPr/>
          <p:nvPr/>
        </p:nvSpPr>
        <p:spPr>
          <a:xfrm rot="900000">
            <a:off x="4572000" y="1371600"/>
            <a:ext cx="1828800" cy="1371600"/>
          </a:xfrm>
          <a:prstGeom prst="ellipse">
            <a:avLst/>
          </a:prstGeom>
          <a:solidFill>
            <a:srgbClr val="27AE60"/>
          </a:solidFill>
          <a:ln w="25400">
            <a:solidFill>
              <a:srgbClr val="145A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6D94315-DC53-D356-BDA3-CAAE9F17AEED}"/>
              </a:ext>
            </a:extLst>
          </p:cNvPr>
          <p:cNvCxnSpPr/>
          <p:nvPr/>
        </p:nvCxnSpPr>
        <p:spPr>
          <a:xfrm>
            <a:off x="914400" y="4114800"/>
            <a:ext cx="5486400" cy="914400"/>
          </a:xfrm>
          <a:prstGeom prst="line">
            <a:avLst/>
          </a:prstGeom>
          <a:ln w="38100">
            <a:solidFill>
              <a:srgbClr val="EB5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86057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Joannes Vermorel</dc:creator>
  <cp:lastModifiedBy>Joannes Vermorel</cp:lastModifiedBy>
  <cp:revision>1</cp:revision>
  <dcterms:created xsi:type="dcterms:W3CDTF">2026-05-14T11:42:08Z</dcterms:created>
  <dcterms:modified xsi:type="dcterms:W3CDTF">2026-05-14T11:42:08Z</dcterms:modified>
</cp:coreProperties>
</file>