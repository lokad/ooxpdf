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0116-F288-441E-DFFE-B92FBC805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9B7C4-CDDC-DDBD-4492-D3E218C13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B6B9-3715-EFB2-83BF-4BB3A51C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3F44-0947-642A-9681-E6A12F34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3028-D27D-44A0-5E68-5F1D2021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3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827C-30EB-0FBD-22E3-FDCF17CF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9A58-F92A-CFFD-F8D0-B8FB30ADD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69D9-5ACA-0E4E-BA45-939C2EE4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B1947-1CEB-000A-A1C3-F1127C4D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F5318-F9D9-EF00-72AF-C6CE6F90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6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47AF-4ACF-723A-6973-A3934783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8C6F-284F-5B41-DDBA-B93E3691A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5E36A-238B-57D1-A632-3AB5C4EC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B6C60-8532-3C6F-739B-3E1E83B7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D23B-1999-7276-EADE-E7CF7129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8A0E-6A87-454F-520F-29AE4807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75A4-C785-D718-6688-8944CAD7D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9ADFB-BE28-8757-CF13-50829AAE7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74A51-6A20-A763-2E1F-58FC50A1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BF128-7C83-EF9F-6BE5-623ECE60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483E4-8E77-36F8-36BE-82C73C4F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5602-728F-19C7-1368-DE22678FF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ACF1F-BEC7-1689-36C5-A77B1B40F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A27B0-EDD1-6CCB-3ECF-2F3A4D6BE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CC289-A959-CD9D-06F3-CED1C9C1F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3CB95-7D49-7F5D-94FA-691A2E9A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024DE-D80F-B2B9-4863-43B93772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3F7DB0-6662-CADE-D348-A70289A3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9A5CD-8717-02BA-747C-45E267E2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3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E3EC-C265-EA66-204D-AF0F6E96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B580B-A1EB-B68A-D213-1F8D9DD0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574AB-1416-E35E-66F6-1E1FFEE2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2BBC6-4A14-C31A-C41D-0169E890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5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1C0EB-B191-7A2A-23DA-F151269D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CF0CB-5B33-B43A-F434-B394DDFB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51AD9-D3BF-9416-97C5-DE20C492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7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87DF-F312-BA2B-6A58-BA2E15B5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7E4F-E263-A01B-B959-25BAD2477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A9DA8-75A3-24AF-72F6-24A94A8F1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3E775-FA29-7F85-AE90-69FF0FBB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D7E09-6FEA-3F3B-0C85-416950A0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548BB-5CA2-F7A6-CF7F-B54FA70E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C9CF-66DB-D414-273D-0C5C015F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AC105-8AD2-ED76-25F1-EE96D552E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B27CB-5467-7179-FCCA-1DB879D6E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BAF6-1143-AEF4-3BA3-AC000DAB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7D8A3-82D7-CF23-1B4C-929646B1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B5DF1-F17F-EACD-8C43-9B167BA62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8263-5D39-4392-E83E-21350E93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7DF24-0A83-DBDB-3BCD-CA1949091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E9CF-F214-157B-9EEC-81F44D32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B7937-74D9-A0EE-74F3-5E7BCC64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49775-7195-8698-F907-0AE2DD5A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F7B4C-44AD-962A-ABCE-AF2565C03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F2AFE-0295-9C8D-6323-7D112CD7D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4C4B2-3508-1D39-9FDD-ABA0C406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B0A6D-505C-FCAB-07BB-092C3D16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5644-53E0-2DEF-88C3-ED62DF1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E0770-D4BE-4D51-9347-600C72C2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B8BCA-957B-930E-3107-9BB05DD9C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1E73A-AB35-6B56-D364-BFB0F4FC0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3BF44-07C3-4D23-8DAF-71F67D845E0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0922E-BB92-2504-3444-0A03624D5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07CA6-8FDF-8194-EE20-A74BE5A0D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B373F-35FF-411C-9E33-00B685D29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6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6E972A6-ED73-888F-A319-6C539F78A2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914400"/>
            <a:ext cx="3048000" cy="228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2C510F8-FE81-D464-0C01-4F49702938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914400"/>
            <a:ext cx="3048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0DAB5AA-A7B5-2F81-5F03-9F55BC80398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914400"/>
            <a:ext cx="3048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9A78CB-DDB8-EFD5-2227-055FD2F09EA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886200"/>
            <a:ext cx="3048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2B54290-997D-DEFD-7B17-6EF6721A679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886200"/>
            <a:ext cx="3048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B8E8AF6-11DD-F48F-4DC8-4ACFB16898A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9600" y="388620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27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2026-09-25T02:08:11Z</dcterms:created>
  <dcterms:modified xsi:type="dcterms:W3CDTF">2026-09-25T02:08:11Z</dcterms:modified>
</cp:coreProperties>
</file>