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C9AE-2752-8A4B-124C-F6C451BAF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1D1FB-19CC-957B-B818-DB25F5BE1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075C-4935-0F03-2A65-893479E4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F04CE-B46B-6B09-BAE9-9E6AE723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AF415-337E-C93D-F68D-8EF63F3EE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0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D7EED-C3EE-4777-EB45-D9D91600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DFF19-D1C7-B299-BE97-F9F70CCB7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22213-C26B-3070-F48A-5BF696B9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43EED-559E-9F5C-1A8E-9B8A50497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AD752-335D-D083-1FF3-187B844B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3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D203-EB1E-F309-6914-5E0167051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D5507-C425-4528-5494-88E63E3BE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0A80-EDAB-AC7D-6497-80060DE41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AF9FA-C433-0B09-838C-7F390F02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77893-67BB-E1AB-906E-1A243183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5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AD11C-3B9F-7985-DE44-87D2C0BF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8F68-6731-96F6-B578-EE78E8631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8208D-15F5-4C05-886E-098CA4314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1A8BF-6B60-CE48-BD9B-32627EFC8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122E9-09A4-ECA1-7D74-99B4E7DB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71054-B9A4-56D7-4553-A4593C7C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61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0E1B-379A-66F4-C99C-5CF7ED54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B87D5-9CC7-5CB8-B795-118EC027B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A9533-A849-5947-C394-38C87B1AA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11981-2E69-F382-E2A5-FF4E0BD5F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90DA3-7C62-014A-8516-4435F78BC5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A78E0-C4D5-0EEF-AF27-4E6EB34B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3D6F2-E49A-4E09-32A5-5835AC5D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795AF-2086-691E-EC67-B051F3C1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5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34A1-F0CB-1713-4B85-DADAE631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06803-F12C-0746-1693-6D5A8CA5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F3716-CEF1-18C8-4A7A-7AA54607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16F4D-4D42-45DC-CB2A-C942F7E1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3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59CF6-4A5E-0ACA-9E40-FB01E9EC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C3EA1-7896-0168-2252-6E4072F9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402E6-5AE3-8749-AFCC-C2FFD4D1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8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5EFDA-2F93-8267-5958-FB800296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591C9-C6A6-DA5A-9DDB-64395CCB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C49CE-2532-4F87-27D7-D408EEE70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6573E-313C-212C-B2BB-F6B80831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AD223-66D4-A589-4E10-D19BF42B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9E7E-F234-42CA-01B2-07B787A2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0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BDDA-915C-E2AA-0A15-1F1FB6DA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FBC29-6D33-63A0-2180-3791E016E78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F3335-D492-9385-13A9-FCE6FBDB1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7830D-B0B8-00C5-92DF-C16B59B5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4FC6B-56B3-C008-32F2-06C570DE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0E5C2-58F1-2B26-3497-847986DD6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0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170AD-8F68-B280-00EB-36EEC9EC1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239D30-32D6-9B4B-9FA0-494AF7DC7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4DAEC-A8C7-C6B3-7099-AE9D2E72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877F6-E4F0-A025-2498-22E20BD8B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011F3-75FA-E10B-2B8A-196ED110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7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66F84-EB0F-04AB-09F0-DE3179824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A02AB-1602-0E9A-84BC-F26D0D34A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9229E-9914-6573-AD90-54353B94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6421-E5F9-BEFB-3403-0274216B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5C3F5-09A5-3B03-52FA-3D348AAA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8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02427A-A942-0234-0E42-DF75DDCD2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7C530-6F7D-8CC7-7185-42761472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3D0CC-3504-7CDF-6650-1A089941C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DE722-10BF-4CA1-BB8C-11A1A7AE6BB3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40901-EF1E-0024-DDD4-F940C7DF7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06D0-4C5D-4BA9-8687-B8CD6D72A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D5B6A9-48EF-4123-BB0C-AF896B702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3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FC298F-1DC1-7988-876E-ECB7DD9D8FA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914400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47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2026-10-10T02:46:17Z</dcterms:created>
  <dcterms:modified xsi:type="dcterms:W3CDTF">2026-10-10T02:46:17Z</dcterms:modified>
</cp:coreProperties>
</file>