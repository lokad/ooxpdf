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8C66-4A20-5C1B-AEDF-E1F9BDABA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7536A-48D6-E1D9-4F9D-644472D8E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F01D1-ECB1-D37A-FEE7-894FA824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545F9-8BEA-C16C-D4EF-53AA159CA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D4C1C-3DAD-69A0-831B-22512A01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5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B3B0-FA9A-013C-5ED3-E92FF840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A4BC7-E0DA-BD68-88FF-44943324A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53808-841F-DF63-B5FD-255B5D8CF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46B23-15E3-CE5C-9F49-577505992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E320B-5E8D-EB61-118D-0E9F1BD6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3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30D9-BD23-9742-C42C-05263E88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812FE-9EB3-4A19-016E-C7811AA5B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56208-4E53-965A-9DA2-68E152D8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B32A8-5AED-62B2-306D-E5F29D59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3146F-46E8-3AA7-B412-29B1B127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59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238A-5C5E-BC3A-CE7A-C06E23C0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2CD15-8DA1-1743-9191-9EFB4CEEF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D5D9D-6684-4636-6EF8-24C7FEE34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CF41D-D54A-5E4C-4414-A0D58D35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96DF9-B446-7F3E-FB1D-4F726F1C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779AE-0A9C-557C-5412-F94841DA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2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0D9FE-F8E6-2E80-B31C-2A5890420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FF03F-113B-48F8-7304-C9504C9D0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44543-FDBE-10C8-251A-642119C2B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93590-D2CF-F70B-4B07-1FFFBB69A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62A56-BC21-64AC-ADA3-AABBF53EE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8D513-280D-FC1B-240C-93F57B2C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D0A92-0AC8-BA0A-1EC4-B0D4A796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E63AC3-2719-6F4B-D0F4-92472E0C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07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B0A5-D259-6088-2830-855C19D2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388CB1-073B-5942-B3C0-850DF5E1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D0189-9221-228F-06D0-394CC8F1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86304-700D-5687-1479-3D98ADAE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0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7D475C-C91B-CDDD-E18B-E0DAC5AE2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A1ED20-3267-E966-CB8C-AECB74E9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E8B99-AA05-5CB1-82CE-3C8596B3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5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A499-BE72-6AB6-29BB-B5EDD35D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41614-343F-5A6A-E3E2-37C9BC17A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967AC-FEA8-FFF5-49FA-E5489B90C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4B129-5D96-5958-1715-FD36AEAF8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75B8D-A492-E169-DA8C-103EABAE3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79953-54B8-3913-0CBC-08FD4240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7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149F0-5075-5937-4C0D-2C465AFF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8F046-A79F-9D6D-B612-D971F90D97C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6D81B-DB3E-47F7-F2A1-35316E5FD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F0CB7-266C-9813-30F5-9ED34D98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D75A7-462F-72FF-5B0D-EDDE8B6A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F0DF9-77E1-A804-5C40-5BDD5221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9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0B4A-1F13-FFF4-32F5-1E9C5C48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1B75F-2B8B-13E7-6476-78BE9BCEE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23DBE-D712-91B8-2942-8743CFE3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2149E-CE8C-50C5-30AB-927BAB94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22058-7655-8BCC-30F3-4598868F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4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B7BFA5-50E2-651F-C019-33ACB9A42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52921-0A6C-DC08-2D8D-4AA9CA79A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9765A-4FBB-092E-5AED-A412779BE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84426-4C9F-5819-035C-C4EC17FD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892C2-70A6-8972-42DF-1B5E65A2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60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45073-9D2C-1569-1CB3-A9D69148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61EE0-8699-35EF-1431-A7FB7F32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70954-4F68-524C-7754-CB30EF34A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106BB-2B05-45EC-B2BC-26C252A208B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8335B-D16A-6F30-DDD3-D9BAC49C4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3ABE-F106-AC0A-2190-8E4DD611E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0C63E-8E1D-4775-8DD1-0C7893F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2BE0064-6360-7CD9-0D80-5B077191712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914400"/>
            <a:ext cx="3048000" cy="228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FAE23C6-588B-2DD6-0DF0-6510C88D7F6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914400"/>
            <a:ext cx="3048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8B22E39-7F56-19C3-739C-FF3D2128D50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914400"/>
            <a:ext cx="3048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5DD651A-2451-8506-A8EB-826E0FB5E55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3886200"/>
            <a:ext cx="3048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3D99E8D-0BF4-3389-C566-B03D65233FE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886200"/>
            <a:ext cx="3048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AFCC90A-6452-3818-DC5B-9A159AD9614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9600" y="3886200"/>
            <a:ext cx="3048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7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2026-10-05T08:30:36Z</dcterms:created>
  <dcterms:modified xsi:type="dcterms:W3CDTF">2026-10-05T08:30:36Z</dcterms:modified>
</cp:coreProperties>
</file>