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3DBBA-8039-1106-3641-956C97F8A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3F24E-57D6-CD3E-3A9E-40A1DD798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9DB83-3126-21D3-3298-03D716BB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A8C40-7B18-4B18-9FE9-8F83E74096F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E9C22-4A85-FCCC-9A62-79A6D28AE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C5CD3-F470-6D6B-4AF7-50D076A1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F109-60B4-48D6-A3F6-1EE3B900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9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350DD-CA23-9303-DAD6-CC113296F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A1ECB-26C3-0F25-7663-207ACD964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C4A59-9C4A-F212-1896-119F7E92C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A8C40-7B18-4B18-9FE9-8F83E74096F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1D663-E563-564D-B354-1F3C17603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A4D7C-4975-445B-30B3-F8657536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F109-60B4-48D6-A3F6-1EE3B900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6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091A-560F-DF69-D829-0D2A009D9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FF075-3FFC-1B19-2CDB-1DB83E157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15CBB-CD47-196D-9D1A-0BA6721F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A8C40-7B18-4B18-9FE9-8F83E74096F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70690-3E1F-90E5-0439-EED7BA674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9B8C1-B8DB-39B5-0DCC-7B74EBC5B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F109-60B4-48D6-A3F6-1EE3B900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665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27BAE-BBAB-1E2F-AAB6-1D6021B6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A27C4-49BF-4E45-7AF0-95AAD480D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4AB07-10E5-5D17-9015-FDB4BE92D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28607-D0DB-A11D-D2E4-96563EAD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A8C40-7B18-4B18-9FE9-8F83E74096F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6540B-915C-E761-F0C9-F7DAFFF5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9E7E2-DD1A-9C52-E030-1347CB1A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F109-60B4-48D6-A3F6-1EE3B900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25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FFC89-F8FB-230D-B1C8-9068196D5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0F0F0-480F-BFE8-666F-501E69569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560E3-CE6E-BFDC-CCC2-DFEC0BB0A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4643F4-65E5-3E25-D6CF-C6DB00C34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33277-0B57-74D2-2C6F-C7539C917F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984F2-86D1-8040-5855-C8161C41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A8C40-7B18-4B18-9FE9-8F83E74096F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9E50D6-4817-7EA0-3AF9-2CC2C0359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231072-6CF4-6EDA-C644-7B604625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F109-60B4-48D6-A3F6-1EE3B900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9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B4420-EB53-FB19-70F8-3725B142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3079C7-9F7D-0C98-BA66-AD4637F6C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A8C40-7B18-4B18-9FE9-8F83E74096F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4CF3C-7FBE-CFDE-8C38-3240CC62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714EE-1ECB-36E0-F342-975DACA9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F109-60B4-48D6-A3F6-1EE3B900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8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3B9709-395D-6A18-67BA-654F3E57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A8C40-7B18-4B18-9FE9-8F83E74096F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C031D-56E9-427D-3AC1-166B0A995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0EE7D-4364-9F72-A7FA-6802F8FC9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F109-60B4-48D6-A3F6-1EE3B900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5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1C3C5-DBBC-FFDE-5C25-FE00ABE90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B1EC8-334F-9461-6CFD-61C3FB329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7C40D-574F-864C-F692-7AC0DBC1B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89BFB-9A38-2627-436A-8CE6D30C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A8C40-7B18-4B18-9FE9-8F83E74096F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01671-4FB7-DECE-2255-B26F87A1B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562A1-3717-9D99-8FF7-F30745B3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F109-60B4-48D6-A3F6-1EE3B900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2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846F-D60F-EF23-2A97-F9521F4D2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4DEED0-1520-E608-6C13-040941AB4F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0CA38-3BAC-33F9-6CB3-C8F4C8AB0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6E29F-71A7-DFB9-C84C-D9AE260C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A8C40-7B18-4B18-9FE9-8F83E74096F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4918B-A811-8881-B4D3-4953480E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2B849-5DC6-2FA8-765B-C0BEEA86F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F109-60B4-48D6-A3F6-1EE3B900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40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E95C0-E278-D011-E7F5-C1386DFC1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1B2357-4FEA-22A1-2FE2-4C72C4F0A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BA810-76E1-B15D-A42B-A30D197DA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A8C40-7B18-4B18-9FE9-8F83E74096F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7389F-60EB-EB84-81DA-D25BC4E1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940A9-F756-A10F-D034-4F03891C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F109-60B4-48D6-A3F6-1EE3B900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79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8BF844-08A1-743F-7690-48E540F6B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8F52-4782-71C1-885E-8F836934C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82C00-2CBF-DFE5-A589-6069B348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A8C40-7B18-4B18-9FE9-8F83E74096F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A8333-C188-64C7-EAFE-7F1E0BDF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BCBE0-335B-4013-3671-3974F37E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F109-60B4-48D6-A3F6-1EE3B900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9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0A54CF-688C-FFB4-4CDF-76608A8E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EDF65-2E35-D204-FFA4-9A7013D91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AA995-AE0A-DFDC-B075-D84D7B6F0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A8C40-7B18-4B18-9FE9-8F83E74096F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1934E-0F6A-AD02-D039-3317372AF0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9D408-AE40-5D8A-7341-47AA674D8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FF109-60B4-48D6-A3F6-1EE3B900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8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EDBDB3-E482-E7EC-8F5A-D0FB439C6B88}"/>
              </a:ext>
            </a:extLst>
          </p:cNvPr>
          <p:cNvSpPr txBox="1"/>
          <p:nvPr/>
        </p:nvSpPr>
        <p:spPr>
          <a:xfrm>
            <a:off x="914400" y="914400"/>
            <a:ext cx="73152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>
                <a:solidFill>
                  <a:srgbClr val="2F80ED"/>
                </a:solidFill>
                <a:latin typeface="Arial" panose="020B0604020202020204" pitchFamily="34" charset="0"/>
              </a:rPr>
              <a:t>Hello OOXML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E7BB03-CC5D-A45E-293B-074D528DC1F2}"/>
              </a:ext>
            </a:extLst>
          </p:cNvPr>
          <p:cNvSpPr txBox="1"/>
          <p:nvPr/>
        </p:nvSpPr>
        <p:spPr>
          <a:xfrm>
            <a:off x="914400" y="2286000"/>
            <a:ext cx="7315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1E1E1E"/>
                </a:solidFill>
                <a:latin typeface="Arial" panose="020B0604020202020204" pitchFamily="34" charset="0"/>
              </a:rPr>
              <a:t>Basic Latin text rendering</a:t>
            </a:r>
          </a:p>
        </p:txBody>
      </p:sp>
    </p:spTree>
    <p:extLst>
      <p:ext uri="{BB962C8B-B14F-4D97-AF65-F5344CB8AC3E}">
        <p14:creationId xmlns:p14="http://schemas.microsoft.com/office/powerpoint/2010/main" val="4003674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2026-05-14T11:42:08Z</dcterms:created>
  <dcterms:modified xsi:type="dcterms:W3CDTF">2026-05-14T11:42:08Z</dcterms:modified>
</cp:coreProperties>
</file>